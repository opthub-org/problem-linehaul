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Lst>
  <p:notesMasterIdLst>
    <p:notesMasterId r:id="rId9"/>
  </p:notesMasterIdLst>
  <p:handoutMasterIdLst>
    <p:handoutMasterId r:id="rId10"/>
  </p:handoutMasterIdLst>
  <p:sldIdLst>
    <p:sldId id="141168774" r:id="rId2"/>
    <p:sldId id="141168776" r:id="rId3"/>
    <p:sldId id="141168778" r:id="rId4"/>
    <p:sldId id="141168787" r:id="rId5"/>
    <p:sldId id="141168779" r:id="rId6"/>
    <p:sldId id="141168780" r:id="rId7"/>
    <p:sldId id="141168723" r:id="rId8"/>
  </p:sldIdLst>
  <p:sldSz cx="12192000" cy="6858000"/>
  <p:notesSz cx="6805613" cy="9939338"/>
  <p:defaultTextStyle>
    <a:defPPr>
      <a:defRPr lang="ja-JP"/>
    </a:defPPr>
    <a:lvl1pPr algn="l" rtl="0" eaLnBrk="0" fontAlgn="base" hangingPunct="0">
      <a:spcBef>
        <a:spcPct val="0"/>
      </a:spcBef>
      <a:spcAft>
        <a:spcPct val="0"/>
      </a:spcAft>
      <a:defRPr sz="1200" b="1" kern="1200">
        <a:solidFill>
          <a:schemeClr val="tx1"/>
        </a:solidFill>
        <a:latin typeface="Arial" panose="020B0604020202020204" pitchFamily="34" charset="0"/>
        <a:ea typeface="MS PGothic" panose="020B0600070205080204" pitchFamily="50" charset="-128"/>
        <a:cs typeface="+mn-cs"/>
      </a:defRPr>
    </a:lvl1pPr>
    <a:lvl2pPr marL="457200" algn="l" rtl="0" eaLnBrk="0" fontAlgn="base" hangingPunct="0">
      <a:spcBef>
        <a:spcPct val="0"/>
      </a:spcBef>
      <a:spcAft>
        <a:spcPct val="0"/>
      </a:spcAft>
      <a:defRPr sz="1200" b="1" kern="1200">
        <a:solidFill>
          <a:schemeClr val="tx1"/>
        </a:solidFill>
        <a:latin typeface="Arial" panose="020B0604020202020204" pitchFamily="34" charset="0"/>
        <a:ea typeface="MS PGothic" panose="020B0600070205080204" pitchFamily="50" charset="-128"/>
        <a:cs typeface="+mn-cs"/>
      </a:defRPr>
    </a:lvl2pPr>
    <a:lvl3pPr marL="914400" algn="l" rtl="0" eaLnBrk="0" fontAlgn="base" hangingPunct="0">
      <a:spcBef>
        <a:spcPct val="0"/>
      </a:spcBef>
      <a:spcAft>
        <a:spcPct val="0"/>
      </a:spcAft>
      <a:defRPr sz="1200" b="1" kern="1200">
        <a:solidFill>
          <a:schemeClr val="tx1"/>
        </a:solidFill>
        <a:latin typeface="Arial" panose="020B0604020202020204" pitchFamily="34" charset="0"/>
        <a:ea typeface="MS PGothic" panose="020B0600070205080204" pitchFamily="50" charset="-128"/>
        <a:cs typeface="+mn-cs"/>
      </a:defRPr>
    </a:lvl3pPr>
    <a:lvl4pPr marL="1371600" algn="l" rtl="0" eaLnBrk="0" fontAlgn="base" hangingPunct="0">
      <a:spcBef>
        <a:spcPct val="0"/>
      </a:spcBef>
      <a:spcAft>
        <a:spcPct val="0"/>
      </a:spcAft>
      <a:defRPr sz="1200" b="1" kern="1200">
        <a:solidFill>
          <a:schemeClr val="tx1"/>
        </a:solidFill>
        <a:latin typeface="Arial" panose="020B0604020202020204" pitchFamily="34" charset="0"/>
        <a:ea typeface="MS PGothic" panose="020B0600070205080204" pitchFamily="50" charset="-128"/>
        <a:cs typeface="+mn-cs"/>
      </a:defRPr>
    </a:lvl4pPr>
    <a:lvl5pPr marL="1828800" algn="l" rtl="0" eaLnBrk="0" fontAlgn="base" hangingPunct="0">
      <a:spcBef>
        <a:spcPct val="0"/>
      </a:spcBef>
      <a:spcAft>
        <a:spcPct val="0"/>
      </a:spcAft>
      <a:defRPr sz="1200" b="1" kern="1200">
        <a:solidFill>
          <a:schemeClr val="tx1"/>
        </a:solidFill>
        <a:latin typeface="Arial" panose="020B0604020202020204" pitchFamily="34" charset="0"/>
        <a:ea typeface="MS PGothic" panose="020B0600070205080204" pitchFamily="50" charset="-128"/>
        <a:cs typeface="+mn-cs"/>
      </a:defRPr>
    </a:lvl5pPr>
    <a:lvl6pPr marL="2286000" algn="l" defTabSz="914400" rtl="0" eaLnBrk="1" latinLnBrk="0" hangingPunct="1">
      <a:defRPr sz="1200" b="1" kern="1200">
        <a:solidFill>
          <a:schemeClr val="tx1"/>
        </a:solidFill>
        <a:latin typeface="Arial" panose="020B0604020202020204" pitchFamily="34" charset="0"/>
        <a:ea typeface="MS PGothic" panose="020B0600070205080204" pitchFamily="50" charset="-128"/>
        <a:cs typeface="+mn-cs"/>
      </a:defRPr>
    </a:lvl6pPr>
    <a:lvl7pPr marL="2743200" algn="l" defTabSz="914400" rtl="0" eaLnBrk="1" latinLnBrk="0" hangingPunct="1">
      <a:defRPr sz="1200" b="1" kern="1200">
        <a:solidFill>
          <a:schemeClr val="tx1"/>
        </a:solidFill>
        <a:latin typeface="Arial" panose="020B0604020202020204" pitchFamily="34" charset="0"/>
        <a:ea typeface="MS PGothic" panose="020B0600070205080204" pitchFamily="50" charset="-128"/>
        <a:cs typeface="+mn-cs"/>
      </a:defRPr>
    </a:lvl7pPr>
    <a:lvl8pPr marL="3200400" algn="l" defTabSz="914400" rtl="0" eaLnBrk="1" latinLnBrk="0" hangingPunct="1">
      <a:defRPr sz="1200" b="1" kern="1200">
        <a:solidFill>
          <a:schemeClr val="tx1"/>
        </a:solidFill>
        <a:latin typeface="Arial" panose="020B0604020202020204" pitchFamily="34" charset="0"/>
        <a:ea typeface="MS PGothic" panose="020B0600070205080204" pitchFamily="50" charset="-128"/>
        <a:cs typeface="+mn-cs"/>
      </a:defRPr>
    </a:lvl8pPr>
    <a:lvl9pPr marL="3657600" algn="l" defTabSz="914400" rtl="0" eaLnBrk="1" latinLnBrk="0" hangingPunct="1">
      <a:defRPr sz="1200" b="1" kern="1200">
        <a:solidFill>
          <a:schemeClr val="tx1"/>
        </a:solidFill>
        <a:latin typeface="Arial" panose="020B0604020202020204" pitchFamily="34" charset="0"/>
        <a:ea typeface="MS PGothic" panose="020B0600070205080204" pitchFamily="50" charset="-128"/>
        <a:cs typeface="+mn-cs"/>
      </a:defRPr>
    </a:lvl9pPr>
  </p:defaultTextStyle>
  <p:extLst>
    <p:ext uri="{EFAFB233-063F-42B5-8137-9DF3F51BA10A}">
      <p15:sldGuideLst xmlns:p15="http://schemas.microsoft.com/office/powerpoint/2012/main">
        <p15:guide id="1" orient="horz" pos="3203" userDrawn="1">
          <p15:clr>
            <a:srgbClr val="A4A3A4"/>
          </p15:clr>
        </p15:guide>
        <p15:guide id="2" pos="93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米沢 隆" initials="米沢" lastIdx="1" clrIdx="0">
    <p:extLst>
      <p:ext uri="{19B8F6BF-5375-455C-9EA6-DF929625EA0E}">
        <p15:presenceInfo xmlns:p15="http://schemas.microsoft.com/office/powerpoint/2012/main" userId="c5791543d43b478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CC"/>
    <a:srgbClr val="1656A6"/>
    <a:srgbClr val="99CCFF"/>
    <a:srgbClr val="E7F6FF"/>
    <a:srgbClr val="CCECFF"/>
    <a:srgbClr val="6699FF"/>
    <a:srgbClr val="A50021"/>
    <a:srgbClr val="FFCCFF"/>
    <a:srgbClr val="D6DAFD"/>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22" autoAdjust="0"/>
    <p:restoredTop sz="96727" autoAdjust="0"/>
  </p:normalViewPr>
  <p:slideViewPr>
    <p:cSldViewPr>
      <p:cViewPr varScale="1">
        <p:scale>
          <a:sx n="113" d="100"/>
          <a:sy n="113" d="100"/>
        </p:scale>
        <p:origin x="72" y="258"/>
      </p:cViewPr>
      <p:guideLst>
        <p:guide orient="horz" pos="3203"/>
        <p:guide pos="93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51" d="100"/>
          <a:sy n="51" d="100"/>
        </p:scale>
        <p:origin x="289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49575"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4451" y="1"/>
            <a:ext cx="2949575" cy="498475"/>
          </a:xfrm>
          <a:prstGeom prst="rect">
            <a:avLst/>
          </a:prstGeom>
        </p:spPr>
        <p:txBody>
          <a:bodyPr vert="horz" lIns="91440" tIns="45720" rIns="91440" bIns="45720" rtlCol="0"/>
          <a:lstStyle>
            <a:lvl1pPr algn="r">
              <a:defRPr sz="1200"/>
            </a:lvl1pPr>
          </a:lstStyle>
          <a:p>
            <a:fld id="{599BB2CE-BB4A-4B19-A29D-0D0A66D7659E}" type="datetimeFigureOut">
              <a:rPr kumimoji="1" lang="ja-JP" altLang="en-US" smtClean="0"/>
              <a:pPr/>
              <a:t>2026/4/24</a:t>
            </a:fld>
            <a:endParaRPr kumimoji="1" lang="ja-JP" altLang="en-US"/>
          </a:p>
        </p:txBody>
      </p:sp>
      <p:sp>
        <p:nvSpPr>
          <p:cNvPr id="4" name="フッター プレースホルダー 3"/>
          <p:cNvSpPr>
            <a:spLocks noGrp="1"/>
          </p:cNvSpPr>
          <p:nvPr>
            <p:ph type="ftr" sz="quarter" idx="2"/>
          </p:nvPr>
        </p:nvSpPr>
        <p:spPr>
          <a:xfrm>
            <a:off x="1" y="9440864"/>
            <a:ext cx="2949575"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4451" y="9440864"/>
            <a:ext cx="2949575" cy="498475"/>
          </a:xfrm>
          <a:prstGeom prst="rect">
            <a:avLst/>
          </a:prstGeom>
        </p:spPr>
        <p:txBody>
          <a:bodyPr vert="horz" lIns="91440" tIns="45720" rIns="91440" bIns="45720" rtlCol="0" anchor="b"/>
          <a:lstStyle>
            <a:lvl1pPr algn="r">
              <a:defRPr sz="1200"/>
            </a:lvl1pPr>
          </a:lstStyle>
          <a:p>
            <a:fld id="{1761DC0C-F9A9-441C-899B-CB1D027B3C73}" type="slidenum">
              <a:rPr kumimoji="1" lang="ja-JP" altLang="en-US" smtClean="0"/>
              <a:pPr/>
              <a:t>‹#›</a:t>
            </a:fld>
            <a:endParaRPr kumimoji="1" lang="ja-JP" altLang="en-US"/>
          </a:p>
        </p:txBody>
      </p:sp>
    </p:spTree>
    <p:extLst>
      <p:ext uri="{BB962C8B-B14F-4D97-AF65-F5344CB8AC3E}">
        <p14:creationId xmlns:p14="http://schemas.microsoft.com/office/powerpoint/2010/main" val="18896053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1" y="1"/>
            <a:ext cx="2949575" cy="496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spcBef>
                <a:spcPct val="0"/>
              </a:spcBef>
              <a:defRPr kumimoji="1" b="0">
                <a:cs typeface="Arial" panose="020B0604020202020204" pitchFamily="34" charset="0"/>
              </a:defRPr>
            </a:lvl1pPr>
          </a:lstStyle>
          <a:p>
            <a:pPr>
              <a:defRPr/>
            </a:pPr>
            <a:endParaRPr lang="en-US" altLang="ja-JP"/>
          </a:p>
        </p:txBody>
      </p:sp>
      <p:sp>
        <p:nvSpPr>
          <p:cNvPr id="86019" name="Rectangle 3"/>
          <p:cNvSpPr>
            <a:spLocks noGrp="1" noChangeArrowheads="1"/>
          </p:cNvSpPr>
          <p:nvPr>
            <p:ph type="dt" idx="1"/>
          </p:nvPr>
        </p:nvSpPr>
        <p:spPr bwMode="auto">
          <a:xfrm>
            <a:off x="3854451" y="1"/>
            <a:ext cx="2949575" cy="496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kumimoji="1" b="0">
                <a:cs typeface="Arial" panose="020B0604020202020204" pitchFamily="34" charset="0"/>
              </a:defRPr>
            </a:lvl1pPr>
          </a:lstStyle>
          <a:p>
            <a:pPr>
              <a:defRPr/>
            </a:pPr>
            <a:endParaRPr lang="en-US" altLang="ja-JP"/>
          </a:p>
        </p:txBody>
      </p:sp>
      <p:sp>
        <p:nvSpPr>
          <p:cNvPr id="4100" name="Rectangle 4"/>
          <p:cNvSpPr>
            <a:spLocks noGrp="1" noRot="1" noChangeAspect="1" noChangeArrowheads="1" noTextEdit="1"/>
          </p:cNvSpPr>
          <p:nvPr>
            <p:ph type="sldImg" idx="2"/>
          </p:nvPr>
        </p:nvSpPr>
        <p:spPr bwMode="auto">
          <a:xfrm>
            <a:off x="93663" y="746125"/>
            <a:ext cx="6621462" cy="37258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6021" name="Rectangle 5"/>
          <p:cNvSpPr>
            <a:spLocks noGrp="1" noChangeArrowheads="1"/>
          </p:cNvSpPr>
          <p:nvPr>
            <p:ph type="body" sz="quarter" idx="3"/>
          </p:nvPr>
        </p:nvSpPr>
        <p:spPr bwMode="auto">
          <a:xfrm>
            <a:off x="681039" y="4721226"/>
            <a:ext cx="5443537" cy="447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86022" name="Rectangle 6"/>
          <p:cNvSpPr>
            <a:spLocks noGrp="1" noChangeArrowheads="1"/>
          </p:cNvSpPr>
          <p:nvPr>
            <p:ph type="ftr" sz="quarter" idx="4"/>
          </p:nvPr>
        </p:nvSpPr>
        <p:spPr bwMode="auto">
          <a:xfrm>
            <a:off x="1"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spcBef>
                <a:spcPct val="0"/>
              </a:spcBef>
              <a:defRPr kumimoji="1" b="0">
                <a:cs typeface="Arial" panose="020B0604020202020204" pitchFamily="34" charset="0"/>
              </a:defRPr>
            </a:lvl1pPr>
          </a:lstStyle>
          <a:p>
            <a:pPr>
              <a:defRPr/>
            </a:pPr>
            <a:endParaRPr lang="en-US" altLang="ja-JP"/>
          </a:p>
        </p:txBody>
      </p:sp>
      <p:sp>
        <p:nvSpPr>
          <p:cNvPr id="86023" name="Rectangle 7"/>
          <p:cNvSpPr>
            <a:spLocks noGrp="1" noChangeArrowheads="1"/>
          </p:cNvSpPr>
          <p:nvPr>
            <p:ph type="sldNum" sz="quarter" idx="5"/>
          </p:nvPr>
        </p:nvSpPr>
        <p:spPr bwMode="auto">
          <a:xfrm>
            <a:off x="3854451"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defRPr kumimoji="1" b="0">
                <a:cs typeface="Arial" panose="020B0604020202020204" pitchFamily="34" charset="0"/>
              </a:defRPr>
            </a:lvl1pPr>
          </a:lstStyle>
          <a:p>
            <a:pPr>
              <a:defRPr/>
            </a:pPr>
            <a:fld id="{9D713298-2689-44F6-81EC-9143462562FE}" type="slidenum">
              <a:rPr lang="en-US" altLang="ja-JP"/>
              <a:pPr>
                <a:defRPr/>
              </a:pPr>
              <a:t>‹#›</a:t>
            </a:fld>
            <a:endParaRPr lang="en-US" altLang="ja-JP"/>
          </a:p>
        </p:txBody>
      </p:sp>
    </p:spTree>
    <p:extLst>
      <p:ext uri="{BB962C8B-B14F-4D97-AF65-F5344CB8AC3E}">
        <p14:creationId xmlns:p14="http://schemas.microsoft.com/office/powerpoint/2010/main" val="7876346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ＭＳ Ｐ明朝" panose="02020600040205080304"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ＭＳ Ｐ明朝" panose="02020600040205080304"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ＭＳ Ｐ明朝" panose="02020600040205080304"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ＭＳ Ｐ明朝" panose="02020600040205080304"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ＭＳ Ｐ明朝" panose="02020600040205080304"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1A6DE-D092-BD0A-5038-6EDA796AC5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C415196-D163-B122-4462-3B46AD05EF2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09029D-31F1-FDC0-DB5C-B9F4717F1EF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FB363B2-1CC8-97EA-E47E-BFF54C2EEE12}"/>
              </a:ext>
            </a:extLst>
          </p:cNvPr>
          <p:cNvSpPr>
            <a:spLocks noGrp="1"/>
          </p:cNvSpPr>
          <p:nvPr>
            <p:ph type="sldNum" sz="quarter" idx="5"/>
          </p:nvPr>
        </p:nvSpPr>
        <p:spPr/>
        <p:txBody>
          <a:bodyPr/>
          <a:lstStyle/>
          <a:p>
            <a:pPr>
              <a:defRPr/>
            </a:pPr>
            <a:fld id="{9D713298-2689-44F6-81EC-9143462562FE}" type="slidenum">
              <a:rPr lang="en-US" altLang="ja-JP" smtClean="0"/>
              <a:pPr>
                <a:defRPr/>
              </a:pPr>
              <a:t>1</a:t>
            </a:fld>
            <a:endParaRPr lang="en-US" altLang="ja-JP"/>
          </a:p>
        </p:txBody>
      </p:sp>
    </p:spTree>
    <p:extLst>
      <p:ext uri="{BB962C8B-B14F-4D97-AF65-F5344CB8AC3E}">
        <p14:creationId xmlns:p14="http://schemas.microsoft.com/office/powerpoint/2010/main" val="15805806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spTree>
      <p:nvGrpSpPr>
        <p:cNvPr id="1" name=""/>
        <p:cNvGrpSpPr/>
        <p:nvPr/>
      </p:nvGrpSpPr>
      <p:grpSpPr>
        <a:xfrm>
          <a:off x="0" y="0"/>
          <a:ext cx="0" cy="0"/>
          <a:chOff x="0" y="0"/>
          <a:chExt cx="0" cy="0"/>
        </a:xfrm>
      </p:grpSpPr>
      <p:sp>
        <p:nvSpPr>
          <p:cNvPr id="3" name="Line 3"/>
          <p:cNvSpPr>
            <a:spLocks noChangeShapeType="1"/>
          </p:cNvSpPr>
          <p:nvPr userDrawn="1"/>
        </p:nvSpPr>
        <p:spPr bwMode="auto">
          <a:xfrm flipV="1">
            <a:off x="366185" y="868363"/>
            <a:ext cx="11459633" cy="0"/>
          </a:xfrm>
          <a:prstGeom prst="line">
            <a:avLst/>
          </a:prstGeom>
          <a:noFill/>
          <a:ln w="952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ja-JP" altLang="en-US"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Rectangle 6"/>
          <p:cNvSpPr>
            <a:spLocks noChangeArrowheads="1"/>
          </p:cNvSpPr>
          <p:nvPr userDrawn="1"/>
        </p:nvSpPr>
        <p:spPr bwMode="black">
          <a:xfrm>
            <a:off x="9768408" y="6515101"/>
            <a:ext cx="2180176"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lgn="ctr">
              <a:spcBef>
                <a:spcPct val="50000"/>
              </a:spcBef>
              <a:defRPr sz="1000" b="1">
                <a:solidFill>
                  <a:schemeClr val="tx1"/>
                </a:solidFill>
                <a:latin typeface="Arial" panose="020B0604020202020204" pitchFamily="34" charset="0"/>
                <a:ea typeface="ＭＳ Ｐゴシック" panose="020B0600070205080204" pitchFamily="50" charset="-128"/>
              </a:defRPr>
            </a:lvl1pPr>
            <a:lvl2pPr marL="742950" indent="-285750" algn="ctr">
              <a:spcBef>
                <a:spcPct val="50000"/>
              </a:spcBef>
              <a:defRPr sz="1000" b="1">
                <a:solidFill>
                  <a:schemeClr val="tx1"/>
                </a:solidFill>
                <a:latin typeface="Arial" panose="020B0604020202020204" pitchFamily="34" charset="0"/>
                <a:ea typeface="ＭＳ Ｐゴシック" panose="020B0600070205080204" pitchFamily="50" charset="-128"/>
              </a:defRPr>
            </a:lvl2pPr>
            <a:lvl3pPr marL="1143000" indent="-228600" algn="ctr">
              <a:spcBef>
                <a:spcPct val="50000"/>
              </a:spcBef>
              <a:defRPr sz="1000" b="1">
                <a:solidFill>
                  <a:schemeClr val="tx1"/>
                </a:solidFill>
                <a:latin typeface="Arial" panose="020B0604020202020204" pitchFamily="34" charset="0"/>
                <a:ea typeface="ＭＳ Ｐゴシック" panose="020B0600070205080204" pitchFamily="50" charset="-128"/>
              </a:defRPr>
            </a:lvl3pPr>
            <a:lvl4pPr marL="1600200" indent="-228600" algn="ctr">
              <a:spcBef>
                <a:spcPct val="50000"/>
              </a:spcBef>
              <a:defRPr sz="1000" b="1">
                <a:solidFill>
                  <a:schemeClr val="tx1"/>
                </a:solidFill>
                <a:latin typeface="Arial" panose="020B0604020202020204" pitchFamily="34" charset="0"/>
                <a:ea typeface="ＭＳ Ｐゴシック" panose="020B0600070205080204" pitchFamily="50" charset="-128"/>
              </a:defRPr>
            </a:lvl4pPr>
            <a:lvl5pPr marL="2057400" indent="-228600" algn="ctr">
              <a:spcBef>
                <a:spcPct val="50000"/>
              </a:spcBef>
              <a:defRPr sz="1000" b="1">
                <a:solidFill>
                  <a:schemeClr val="tx1"/>
                </a:solidFill>
                <a:latin typeface="Arial" panose="020B0604020202020204" pitchFamily="34" charset="0"/>
                <a:ea typeface="ＭＳ Ｐゴシック" panose="020B0600070205080204" pitchFamily="50" charset="-128"/>
              </a:defRPr>
            </a:lvl5pPr>
            <a:lvl6pPr marL="2514600" indent="-228600" algn="ctr" eaLnBrk="0" fontAlgn="base" hangingPunct="0">
              <a:spcBef>
                <a:spcPct val="50000"/>
              </a:spcBef>
              <a:spcAft>
                <a:spcPct val="0"/>
              </a:spcAft>
              <a:defRPr sz="1000" b="1">
                <a:solidFill>
                  <a:schemeClr val="tx1"/>
                </a:solidFill>
                <a:latin typeface="Arial" panose="020B0604020202020204" pitchFamily="34" charset="0"/>
                <a:ea typeface="ＭＳ Ｐゴシック" panose="020B0600070205080204" pitchFamily="50" charset="-128"/>
              </a:defRPr>
            </a:lvl6pPr>
            <a:lvl7pPr marL="2971800" indent="-228600" algn="ctr" eaLnBrk="0" fontAlgn="base" hangingPunct="0">
              <a:spcBef>
                <a:spcPct val="50000"/>
              </a:spcBef>
              <a:spcAft>
                <a:spcPct val="0"/>
              </a:spcAft>
              <a:defRPr sz="1000" b="1">
                <a:solidFill>
                  <a:schemeClr val="tx1"/>
                </a:solidFill>
                <a:latin typeface="Arial" panose="020B0604020202020204" pitchFamily="34" charset="0"/>
                <a:ea typeface="ＭＳ Ｐゴシック" panose="020B0600070205080204" pitchFamily="50" charset="-128"/>
              </a:defRPr>
            </a:lvl7pPr>
            <a:lvl8pPr marL="3429000" indent="-228600" algn="ctr" eaLnBrk="0" fontAlgn="base" hangingPunct="0">
              <a:spcBef>
                <a:spcPct val="50000"/>
              </a:spcBef>
              <a:spcAft>
                <a:spcPct val="0"/>
              </a:spcAft>
              <a:defRPr sz="1000" b="1">
                <a:solidFill>
                  <a:schemeClr val="tx1"/>
                </a:solidFill>
                <a:latin typeface="Arial" panose="020B0604020202020204" pitchFamily="34" charset="0"/>
                <a:ea typeface="ＭＳ Ｐゴシック" panose="020B0600070205080204" pitchFamily="50" charset="-128"/>
              </a:defRPr>
            </a:lvl8pPr>
            <a:lvl9pPr marL="3886200" indent="-228600" algn="ctr" eaLnBrk="0" fontAlgn="base" hangingPunct="0">
              <a:spcBef>
                <a:spcPct val="50000"/>
              </a:spcBef>
              <a:spcAft>
                <a:spcPct val="0"/>
              </a:spcAft>
              <a:defRPr sz="1000" b="1">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defRPr/>
            </a:pPr>
            <a:r>
              <a:rPr lang="en-US" altLang="ja-JP" sz="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2026 </a:t>
            </a:r>
            <a:r>
              <a:rPr lang="ja-JP" altLang="en-US" sz="800" b="0" dirty="0">
                <a:latin typeface="Meiryo UI" panose="020B0604030504040204" pitchFamily="50" charset="-128"/>
                <a:ea typeface="Meiryo UI" panose="020B0604030504040204" pitchFamily="50" charset="-128"/>
                <a:cs typeface="Meiryo UI" panose="020B0604030504040204" pitchFamily="50" charset="-128"/>
              </a:rPr>
              <a:t>日本オペレーションズ・リサーチ学会</a:t>
            </a:r>
            <a:endParaRPr lang="en-US" altLang="ja-JP" sz="1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96290" name="Rectangle 2"/>
          <p:cNvSpPr>
            <a:spLocks noGrp="1" noChangeArrowheads="1"/>
          </p:cNvSpPr>
          <p:nvPr>
            <p:ph type="ctrTitle"/>
          </p:nvPr>
        </p:nvSpPr>
        <p:spPr>
          <a:xfrm>
            <a:off x="334433" y="1628800"/>
            <a:ext cx="11491384" cy="1080120"/>
          </a:xfrm>
        </p:spPr>
        <p:txBody>
          <a:bodyPr anchor="ctr"/>
          <a:lstStyle>
            <a:lvl1pPr>
              <a:defRPr sz="35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noProof="0"/>
              <a:t>マスター タイトルの書式設定</a:t>
            </a:r>
            <a:endParaRPr lang="en-US" altLang="ja-JP" noProof="0" dirty="0"/>
          </a:p>
        </p:txBody>
      </p:sp>
      <p:sp>
        <p:nvSpPr>
          <p:cNvPr id="7" name="Text Box 46"/>
          <p:cNvSpPr txBox="1">
            <a:spLocks noChangeArrowheads="1"/>
          </p:cNvSpPr>
          <p:nvPr userDrawn="1"/>
        </p:nvSpPr>
        <p:spPr bwMode="auto">
          <a:xfrm>
            <a:off x="283652" y="581499"/>
            <a:ext cx="48000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nchor="b"/>
          <a:lstStyle/>
          <a:p>
            <a:pPr>
              <a:lnSpc>
                <a:spcPct val="100000"/>
              </a:lnSpc>
              <a:spcBef>
                <a:spcPct val="0"/>
              </a:spcBef>
              <a:spcAft>
                <a:spcPts val="900"/>
              </a:spcAft>
              <a:buFontTx/>
              <a:buNone/>
            </a:pPr>
            <a:r>
              <a:rPr lang="ja-JP" altLang="en-US" sz="1600" b="0" dirty="0">
                <a:latin typeface="Meiryo UI" panose="020B0604030504040204" pitchFamily="50" charset="-128"/>
                <a:ea typeface="Meiryo UI" panose="020B0604030504040204" pitchFamily="50" charset="-128"/>
                <a:cs typeface="Meiryo UI" panose="020B0604030504040204" pitchFamily="50" charset="-128"/>
              </a:rPr>
              <a:t>公益社団法人 日本オペレーションズ・リサーチ学会</a:t>
            </a:r>
            <a:endParaRPr lang="en-US" altLang="ja-JP" sz="1600" b="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テキスト プレースホルダー 16"/>
          <p:cNvSpPr>
            <a:spLocks noGrp="1"/>
          </p:cNvSpPr>
          <p:nvPr>
            <p:ph type="body" sz="quarter" idx="10" hasCustomPrompt="1"/>
          </p:nvPr>
        </p:nvSpPr>
        <p:spPr>
          <a:xfrm>
            <a:off x="334433" y="2780928"/>
            <a:ext cx="4129385" cy="431800"/>
          </a:xfrm>
        </p:spPr>
        <p:txBody>
          <a:bodyPr/>
          <a:lstStyle>
            <a:lvl1pPr marL="0" indent="0">
              <a:buNone/>
              <a:defRPr sz="2400"/>
            </a:lvl1pPr>
          </a:lstStyle>
          <a:p>
            <a:pPr lvl="0"/>
            <a:r>
              <a:rPr kumimoji="1" lang="ja-JP" altLang="en-US" dirty="0"/>
              <a:t>日付を入力</a:t>
            </a:r>
          </a:p>
        </p:txBody>
      </p:sp>
      <p:pic>
        <p:nvPicPr>
          <p:cNvPr id="1026" name="Picture 2" descr="公益社団法人 日本オペレーションズ・リサーチ学会">
            <a:extLst>
              <a:ext uri="{FF2B5EF4-FFF2-40B4-BE49-F238E27FC236}">
                <a16:creationId xmlns:a16="http://schemas.microsoft.com/office/drawing/2014/main" id="{7E434616-E585-D2C4-B7BC-D93166C8C7FA}"/>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10704512" y="59416"/>
            <a:ext cx="1333500" cy="781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241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sz="3200">
                <a:solidFill>
                  <a:schemeClr val="tx1"/>
                </a:solidFill>
              </a:defRPr>
            </a:lvl1pPr>
          </a:lstStyle>
          <a:p>
            <a:r>
              <a:rPr lang="ja-JP" altLang="en-US"/>
              <a:t>マスター タイトルの書式設定</a:t>
            </a:r>
            <a:endParaRPr lang="ja-JP" altLang="en-US" dirty="0"/>
          </a:p>
        </p:txBody>
      </p:sp>
      <p:sp>
        <p:nvSpPr>
          <p:cNvPr id="3" name="コンテンツ プレースホルダー 2"/>
          <p:cNvSpPr>
            <a:spLocks noGrp="1"/>
          </p:cNvSpPr>
          <p:nvPr>
            <p:ph idx="1"/>
          </p:nvPr>
        </p:nvSpPr>
        <p:spPr>
          <a:xfrm>
            <a:off x="366185" y="890588"/>
            <a:ext cx="11459633" cy="1323277"/>
          </a:xfrm>
        </p:spPr>
        <p:txBody>
          <a:bodyPr/>
          <a:lstStyle>
            <a:lvl1pPr>
              <a:defRPr sz="2800"/>
            </a:lvl1pPr>
            <a:lvl2pPr>
              <a:defRPr sz="2800"/>
            </a:lvl2pPr>
            <a:lvl3pPr>
              <a:buClr>
                <a:schemeClr val="bg1">
                  <a:lumMod val="75000"/>
                </a:schemeClr>
              </a:buClr>
              <a:defRPr sz="2800">
                <a:latin typeface="Meiryo UI" panose="020B0604030504040204" pitchFamily="50" charset="-128"/>
                <a:ea typeface="Meiryo UI" panose="020B0604030504040204" pitchFamily="50" charset="-128"/>
                <a:cs typeface="Meiryo UI" panose="020B0604030504040204" pitchFamily="50" charset="-128"/>
              </a:defRPr>
            </a:lvl3pPr>
            <a:lvl4pPr marL="1316037" indent="-285750">
              <a:buClr>
                <a:schemeClr val="bg1">
                  <a:lumMod val="75000"/>
                </a:schemeClr>
              </a:buClr>
              <a:buFont typeface="Arial" panose="020B0604020202020204" pitchFamily="34" charset="0"/>
              <a:buChar char="•"/>
              <a:defRPr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62112" indent="-285750">
              <a:buClr>
                <a:schemeClr val="bg1">
                  <a:lumMod val="75000"/>
                </a:schemeClr>
              </a:buClr>
              <a:buFont typeface="Wingdings" panose="05000000000000000000" pitchFamily="2" charset="2"/>
              <a:buChar char="ü"/>
              <a:defRPr sz="20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8" name="Footer Placeholder 7"/>
          <p:cNvSpPr>
            <a:spLocks noGrp="1" noChangeArrowheads="1"/>
          </p:cNvSpPr>
          <p:nvPr>
            <p:ph type="ftr" sz="quarter" idx="3"/>
          </p:nvPr>
        </p:nvSpPr>
        <p:spPr bwMode="auto">
          <a:xfrm>
            <a:off x="2315633" y="6537325"/>
            <a:ext cx="792480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l" eaLnBrk="1" hangingPunct="1">
              <a:spcBef>
                <a:spcPct val="0"/>
              </a:spcBef>
              <a:defRPr sz="1000" b="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endParaRPr lang="en-US" altLang="ja-JP" dirty="0"/>
          </a:p>
        </p:txBody>
      </p:sp>
      <p:sp>
        <p:nvSpPr>
          <p:cNvPr id="9" name="Date Placeholder 8"/>
          <p:cNvSpPr>
            <a:spLocks noGrp="1" noChangeArrowheads="1"/>
          </p:cNvSpPr>
          <p:nvPr>
            <p:ph type="dt" sz="half" idx="2"/>
          </p:nvPr>
        </p:nvSpPr>
        <p:spPr bwMode="auto">
          <a:xfrm>
            <a:off x="975785" y="6537325"/>
            <a:ext cx="1339849"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l" eaLnBrk="1" hangingPunct="1">
              <a:spcBef>
                <a:spcPct val="0"/>
              </a:spcBef>
              <a:defRPr sz="1000" b="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endParaRPr lang="en-US" altLang="ja-JP"/>
          </a:p>
        </p:txBody>
      </p:sp>
      <p:sp>
        <p:nvSpPr>
          <p:cNvPr id="10" name="Rectangle 6">
            <a:extLst>
              <a:ext uri="{FF2B5EF4-FFF2-40B4-BE49-F238E27FC236}">
                <a16:creationId xmlns:a16="http://schemas.microsoft.com/office/drawing/2014/main" id="{92A3003A-76CD-4D97-BF20-E6529E5E1419}"/>
              </a:ext>
            </a:extLst>
          </p:cNvPr>
          <p:cNvSpPr txBox="1">
            <a:spLocks noChangeArrowheads="1"/>
          </p:cNvSpPr>
          <p:nvPr userDrawn="1"/>
        </p:nvSpPr>
        <p:spPr bwMode="black">
          <a:xfrm>
            <a:off x="0" y="6683240"/>
            <a:ext cx="60960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defPPr>
              <a:defRPr lang="ja-JP"/>
            </a:defPPr>
            <a:lvl1pPr algn="l" rtl="0" eaLnBrk="1" fontAlgn="base" hangingPunct="1">
              <a:spcBef>
                <a:spcPct val="0"/>
              </a:spcBef>
              <a:spcAft>
                <a:spcPct val="0"/>
              </a:spcAft>
              <a:defRPr sz="1800" b="0" kern="1200" smtClean="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457200" algn="l" rtl="0" eaLnBrk="0" fontAlgn="base" hangingPunct="0">
              <a:spcBef>
                <a:spcPct val="0"/>
              </a:spcBef>
              <a:spcAft>
                <a:spcPct val="0"/>
              </a:spcAft>
              <a:defRPr sz="1200" b="1" kern="1200">
                <a:solidFill>
                  <a:schemeClr val="tx1"/>
                </a:solidFill>
                <a:latin typeface="Arial" panose="020B0604020202020204" pitchFamily="34" charset="0"/>
                <a:ea typeface="MS PGothic" panose="020B0600070205080204" pitchFamily="50" charset="-128"/>
                <a:cs typeface="+mn-cs"/>
              </a:defRPr>
            </a:lvl2pPr>
            <a:lvl3pPr marL="914400" algn="l" rtl="0" eaLnBrk="0" fontAlgn="base" hangingPunct="0">
              <a:spcBef>
                <a:spcPct val="0"/>
              </a:spcBef>
              <a:spcAft>
                <a:spcPct val="0"/>
              </a:spcAft>
              <a:defRPr sz="1200" b="1" kern="1200">
                <a:solidFill>
                  <a:schemeClr val="tx1"/>
                </a:solidFill>
                <a:latin typeface="Arial" panose="020B0604020202020204" pitchFamily="34" charset="0"/>
                <a:ea typeface="MS PGothic" panose="020B0600070205080204" pitchFamily="50" charset="-128"/>
                <a:cs typeface="+mn-cs"/>
              </a:defRPr>
            </a:lvl3pPr>
            <a:lvl4pPr marL="1371600" algn="l" rtl="0" eaLnBrk="0" fontAlgn="base" hangingPunct="0">
              <a:spcBef>
                <a:spcPct val="0"/>
              </a:spcBef>
              <a:spcAft>
                <a:spcPct val="0"/>
              </a:spcAft>
              <a:defRPr sz="1200" b="1" kern="1200">
                <a:solidFill>
                  <a:schemeClr val="tx1"/>
                </a:solidFill>
                <a:latin typeface="Arial" panose="020B0604020202020204" pitchFamily="34" charset="0"/>
                <a:ea typeface="MS PGothic" panose="020B0600070205080204" pitchFamily="50" charset="-128"/>
                <a:cs typeface="+mn-cs"/>
              </a:defRPr>
            </a:lvl4pPr>
            <a:lvl5pPr marL="1828800" algn="l" rtl="0" eaLnBrk="0" fontAlgn="base" hangingPunct="0">
              <a:spcBef>
                <a:spcPct val="0"/>
              </a:spcBef>
              <a:spcAft>
                <a:spcPct val="0"/>
              </a:spcAft>
              <a:defRPr sz="1200" b="1" kern="1200">
                <a:solidFill>
                  <a:schemeClr val="tx1"/>
                </a:solidFill>
                <a:latin typeface="Arial" panose="020B0604020202020204" pitchFamily="34" charset="0"/>
                <a:ea typeface="MS PGothic" panose="020B0600070205080204" pitchFamily="50" charset="-128"/>
                <a:cs typeface="+mn-cs"/>
              </a:defRPr>
            </a:lvl5pPr>
            <a:lvl6pPr marL="2286000" algn="l" defTabSz="914400" rtl="0" eaLnBrk="1" latinLnBrk="0" hangingPunct="1">
              <a:defRPr sz="1200" b="1" kern="1200">
                <a:solidFill>
                  <a:schemeClr val="tx1"/>
                </a:solidFill>
                <a:latin typeface="Arial" panose="020B0604020202020204" pitchFamily="34" charset="0"/>
                <a:ea typeface="MS PGothic" panose="020B0600070205080204" pitchFamily="50" charset="-128"/>
                <a:cs typeface="+mn-cs"/>
              </a:defRPr>
            </a:lvl6pPr>
            <a:lvl7pPr marL="2743200" algn="l" defTabSz="914400" rtl="0" eaLnBrk="1" latinLnBrk="0" hangingPunct="1">
              <a:defRPr sz="1200" b="1" kern="1200">
                <a:solidFill>
                  <a:schemeClr val="tx1"/>
                </a:solidFill>
                <a:latin typeface="Arial" panose="020B0604020202020204" pitchFamily="34" charset="0"/>
                <a:ea typeface="MS PGothic" panose="020B0600070205080204" pitchFamily="50" charset="-128"/>
                <a:cs typeface="+mn-cs"/>
              </a:defRPr>
            </a:lvl7pPr>
            <a:lvl8pPr marL="3200400" algn="l" defTabSz="914400" rtl="0" eaLnBrk="1" latinLnBrk="0" hangingPunct="1">
              <a:defRPr sz="1200" b="1" kern="1200">
                <a:solidFill>
                  <a:schemeClr val="tx1"/>
                </a:solidFill>
                <a:latin typeface="Arial" panose="020B0604020202020204" pitchFamily="34" charset="0"/>
                <a:ea typeface="MS PGothic" panose="020B0600070205080204" pitchFamily="50" charset="-128"/>
                <a:cs typeface="+mn-cs"/>
              </a:defRPr>
            </a:lvl8pPr>
            <a:lvl9pPr marL="3657600" algn="l" defTabSz="914400" rtl="0" eaLnBrk="1" latinLnBrk="0" hangingPunct="1">
              <a:defRPr sz="1200" b="1" kern="1200">
                <a:solidFill>
                  <a:schemeClr val="tx1"/>
                </a:solidFill>
                <a:latin typeface="Arial" panose="020B0604020202020204" pitchFamily="34" charset="0"/>
                <a:ea typeface="MS PGothic" panose="020B0600070205080204" pitchFamily="50" charset="-128"/>
                <a:cs typeface="+mn-cs"/>
              </a:defRPr>
            </a:lvl9pPr>
          </a:lstStyle>
          <a:p>
            <a:pPr>
              <a:defRPr/>
            </a:pPr>
            <a:fld id="{4182DF45-33B8-4A5E-96C3-9201CD082F1A}" type="slidenum">
              <a:rPr lang="en-US" altLang="ja-JP" smtClean="0"/>
              <a:pPr>
                <a:defRPr/>
              </a:pPr>
              <a:t>‹#›</a:t>
            </a:fld>
            <a:endParaRPr lang="en-US" altLang="ja-JP"/>
          </a:p>
        </p:txBody>
      </p:sp>
    </p:spTree>
    <p:extLst>
      <p:ext uri="{BB962C8B-B14F-4D97-AF65-F5344CB8AC3E}">
        <p14:creationId xmlns:p14="http://schemas.microsoft.com/office/powerpoint/2010/main" val="2840403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header only">
    <p:spTree>
      <p:nvGrpSpPr>
        <p:cNvPr id="1" name=""/>
        <p:cNvGrpSpPr/>
        <p:nvPr/>
      </p:nvGrpSpPr>
      <p:grpSpPr>
        <a:xfrm>
          <a:off x="0" y="0"/>
          <a:ext cx="0" cy="0"/>
          <a:chOff x="0" y="0"/>
          <a:chExt cx="0" cy="0"/>
        </a:xfrm>
      </p:grpSpPr>
      <p:sp>
        <p:nvSpPr>
          <p:cNvPr id="13" name="Title 12"/>
          <p:cNvSpPr>
            <a:spLocks noGrp="1"/>
          </p:cNvSpPr>
          <p:nvPr>
            <p:ph type="title"/>
          </p:nvPr>
        </p:nvSpPr>
        <p:spPr>
          <a:xfrm>
            <a:off x="483025" y="365760"/>
            <a:ext cx="10855537" cy="1036320"/>
          </a:xfrm>
          <a:prstGeom prst="rect">
            <a:avLst/>
          </a:prstGeom>
        </p:spPr>
        <p:txBody>
          <a:bodyPr lIns="0" tIns="0" rIns="0" bIns="0"/>
          <a:lstStyle>
            <a:lvl1pPr>
              <a:defRPr>
                <a:solidFill>
                  <a:schemeClr val="tx1"/>
                </a:solidFill>
              </a:defRPr>
            </a:lvl1pPr>
          </a:lstStyle>
          <a:p>
            <a:r>
              <a:rPr lang="ja-JP" altLang="en-US"/>
              <a:t>マスター タイトルの書式設定</a:t>
            </a:r>
            <a:endParaRPr lang="en-US" dirty="0"/>
          </a:p>
        </p:txBody>
      </p:sp>
      <p:sp>
        <p:nvSpPr>
          <p:cNvPr id="3" name="Rectangle 6">
            <a:extLst>
              <a:ext uri="{FF2B5EF4-FFF2-40B4-BE49-F238E27FC236}">
                <a16:creationId xmlns:a16="http://schemas.microsoft.com/office/drawing/2014/main" id="{2C003160-52A3-40C4-859B-8A3A66086B4D}"/>
              </a:ext>
            </a:extLst>
          </p:cNvPr>
          <p:cNvSpPr>
            <a:spLocks noGrp="1" noChangeArrowheads="1"/>
          </p:cNvSpPr>
          <p:nvPr>
            <p:ph type="sldNum" sz="quarter" idx="4"/>
          </p:nvPr>
        </p:nvSpPr>
        <p:spPr bwMode="black">
          <a:xfrm>
            <a:off x="0" y="6683240"/>
            <a:ext cx="60960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l" eaLnBrk="1" hangingPunct="1">
              <a:spcBef>
                <a:spcPct val="0"/>
              </a:spcBef>
              <a:defRPr sz="1800" b="0" smtClean="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fld id="{4182DF45-33B8-4A5E-96C3-9201CD082F1A}" type="slidenum">
              <a:rPr lang="en-US" altLang="ja-JP" smtClean="0"/>
              <a:pPr>
                <a:defRPr/>
              </a:pPr>
              <a:t>‹#›</a:t>
            </a:fld>
            <a:endParaRPr lang="en-US" altLang="ja-JP"/>
          </a:p>
        </p:txBody>
      </p:sp>
    </p:spTree>
    <p:extLst>
      <p:ext uri="{BB962C8B-B14F-4D97-AF65-F5344CB8AC3E}">
        <p14:creationId xmlns:p14="http://schemas.microsoft.com/office/powerpoint/2010/main" val="18175442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66185" y="136525"/>
            <a:ext cx="11459633"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ja-JP" altLang="en-US" dirty="0"/>
              <a:t>マスター タイトルの書式設定</a:t>
            </a:r>
            <a:endParaRPr lang="en-US" altLang="ja-JP" dirty="0"/>
          </a:p>
        </p:txBody>
      </p:sp>
      <p:sp>
        <p:nvSpPr>
          <p:cNvPr id="1027" name="Rectangle 3"/>
          <p:cNvSpPr>
            <a:spLocks noGrp="1" noChangeArrowheads="1"/>
          </p:cNvSpPr>
          <p:nvPr>
            <p:ph type="body" idx="1"/>
          </p:nvPr>
        </p:nvSpPr>
        <p:spPr bwMode="auto">
          <a:xfrm>
            <a:off x="366185" y="890589"/>
            <a:ext cx="11459633" cy="91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Forth Level</a:t>
            </a:r>
          </a:p>
          <a:p>
            <a:pPr lvl="4"/>
            <a:r>
              <a:rPr lang="en-US" altLang="ja-JP" dirty="0"/>
              <a:t>Fifth Level</a:t>
            </a:r>
          </a:p>
        </p:txBody>
      </p:sp>
      <p:sp>
        <p:nvSpPr>
          <p:cNvPr id="395270" name="Rectangle 6"/>
          <p:cNvSpPr>
            <a:spLocks noGrp="1" noChangeArrowheads="1"/>
          </p:cNvSpPr>
          <p:nvPr>
            <p:ph type="sldNum" sz="quarter" idx="4"/>
          </p:nvPr>
        </p:nvSpPr>
        <p:spPr bwMode="black">
          <a:xfrm>
            <a:off x="0" y="6683240"/>
            <a:ext cx="60960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l" eaLnBrk="1" hangingPunct="1">
              <a:spcBef>
                <a:spcPct val="0"/>
              </a:spcBef>
              <a:defRPr sz="1800" b="0" smtClean="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fld id="{4182DF45-33B8-4A5E-96C3-9201CD082F1A}" type="slidenum">
              <a:rPr lang="en-US" altLang="ja-JP" smtClean="0"/>
              <a:pPr>
                <a:defRPr/>
              </a:pPr>
              <a:t>‹#›</a:t>
            </a:fld>
            <a:endParaRPr lang="en-US" altLang="ja-JP"/>
          </a:p>
        </p:txBody>
      </p:sp>
      <p:sp>
        <p:nvSpPr>
          <p:cNvPr id="395271" name="Rectangle 7"/>
          <p:cNvSpPr>
            <a:spLocks noGrp="1" noChangeArrowheads="1"/>
          </p:cNvSpPr>
          <p:nvPr>
            <p:ph type="ftr" sz="quarter" idx="3"/>
          </p:nvPr>
        </p:nvSpPr>
        <p:spPr bwMode="auto">
          <a:xfrm>
            <a:off x="2315633" y="6537325"/>
            <a:ext cx="792480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l" eaLnBrk="1" hangingPunct="1">
              <a:spcBef>
                <a:spcPct val="0"/>
              </a:spcBef>
              <a:defRPr sz="1000" b="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endParaRPr lang="en-US" altLang="ja-JP" dirty="0"/>
          </a:p>
        </p:txBody>
      </p:sp>
      <p:sp>
        <p:nvSpPr>
          <p:cNvPr id="395272" name="Rectangle 8"/>
          <p:cNvSpPr>
            <a:spLocks noGrp="1" noChangeArrowheads="1"/>
          </p:cNvSpPr>
          <p:nvPr>
            <p:ph type="dt" sz="half" idx="2"/>
          </p:nvPr>
        </p:nvSpPr>
        <p:spPr bwMode="auto">
          <a:xfrm>
            <a:off x="975785" y="6537325"/>
            <a:ext cx="1339849"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l" eaLnBrk="1" hangingPunct="1">
              <a:spcBef>
                <a:spcPct val="0"/>
              </a:spcBef>
              <a:defRPr sz="1000" b="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endParaRPr lang="en-US" altLang="ja-JP"/>
          </a:p>
        </p:txBody>
      </p:sp>
      <p:sp>
        <p:nvSpPr>
          <p:cNvPr id="9" name="Rectangle 6"/>
          <p:cNvSpPr>
            <a:spLocks noChangeArrowheads="1"/>
          </p:cNvSpPr>
          <p:nvPr userDrawn="1"/>
        </p:nvSpPr>
        <p:spPr bwMode="black">
          <a:xfrm>
            <a:off x="9876367" y="6515101"/>
            <a:ext cx="2072217"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lgn="ctr">
              <a:spcBef>
                <a:spcPct val="50000"/>
              </a:spcBef>
              <a:defRPr sz="1000" b="1">
                <a:solidFill>
                  <a:schemeClr val="tx1"/>
                </a:solidFill>
                <a:latin typeface="Arial" panose="020B0604020202020204" pitchFamily="34" charset="0"/>
                <a:ea typeface="ＭＳ Ｐゴシック" panose="020B0600070205080204" pitchFamily="50" charset="-128"/>
              </a:defRPr>
            </a:lvl1pPr>
            <a:lvl2pPr marL="742950" indent="-285750" algn="ctr">
              <a:spcBef>
                <a:spcPct val="50000"/>
              </a:spcBef>
              <a:defRPr sz="1000" b="1">
                <a:solidFill>
                  <a:schemeClr val="tx1"/>
                </a:solidFill>
                <a:latin typeface="Arial" panose="020B0604020202020204" pitchFamily="34" charset="0"/>
                <a:ea typeface="ＭＳ Ｐゴシック" panose="020B0600070205080204" pitchFamily="50" charset="-128"/>
              </a:defRPr>
            </a:lvl2pPr>
            <a:lvl3pPr marL="1143000" indent="-228600" algn="ctr">
              <a:spcBef>
                <a:spcPct val="50000"/>
              </a:spcBef>
              <a:defRPr sz="1000" b="1">
                <a:solidFill>
                  <a:schemeClr val="tx1"/>
                </a:solidFill>
                <a:latin typeface="Arial" panose="020B0604020202020204" pitchFamily="34" charset="0"/>
                <a:ea typeface="ＭＳ Ｐゴシック" panose="020B0600070205080204" pitchFamily="50" charset="-128"/>
              </a:defRPr>
            </a:lvl3pPr>
            <a:lvl4pPr marL="1600200" indent="-228600" algn="ctr">
              <a:spcBef>
                <a:spcPct val="50000"/>
              </a:spcBef>
              <a:defRPr sz="1000" b="1">
                <a:solidFill>
                  <a:schemeClr val="tx1"/>
                </a:solidFill>
                <a:latin typeface="Arial" panose="020B0604020202020204" pitchFamily="34" charset="0"/>
                <a:ea typeface="ＭＳ Ｐゴシック" panose="020B0600070205080204" pitchFamily="50" charset="-128"/>
              </a:defRPr>
            </a:lvl4pPr>
            <a:lvl5pPr marL="2057400" indent="-228600" algn="ctr">
              <a:spcBef>
                <a:spcPct val="50000"/>
              </a:spcBef>
              <a:defRPr sz="1000" b="1">
                <a:solidFill>
                  <a:schemeClr val="tx1"/>
                </a:solidFill>
                <a:latin typeface="Arial" panose="020B0604020202020204" pitchFamily="34" charset="0"/>
                <a:ea typeface="ＭＳ Ｐゴシック" panose="020B0600070205080204" pitchFamily="50" charset="-128"/>
              </a:defRPr>
            </a:lvl5pPr>
            <a:lvl6pPr marL="2514600" indent="-228600" algn="ctr" eaLnBrk="0" fontAlgn="base" hangingPunct="0">
              <a:spcBef>
                <a:spcPct val="50000"/>
              </a:spcBef>
              <a:spcAft>
                <a:spcPct val="0"/>
              </a:spcAft>
              <a:defRPr sz="1000" b="1">
                <a:solidFill>
                  <a:schemeClr val="tx1"/>
                </a:solidFill>
                <a:latin typeface="Arial" panose="020B0604020202020204" pitchFamily="34" charset="0"/>
                <a:ea typeface="ＭＳ Ｐゴシック" panose="020B0600070205080204" pitchFamily="50" charset="-128"/>
              </a:defRPr>
            </a:lvl6pPr>
            <a:lvl7pPr marL="2971800" indent="-228600" algn="ctr" eaLnBrk="0" fontAlgn="base" hangingPunct="0">
              <a:spcBef>
                <a:spcPct val="50000"/>
              </a:spcBef>
              <a:spcAft>
                <a:spcPct val="0"/>
              </a:spcAft>
              <a:defRPr sz="1000" b="1">
                <a:solidFill>
                  <a:schemeClr val="tx1"/>
                </a:solidFill>
                <a:latin typeface="Arial" panose="020B0604020202020204" pitchFamily="34" charset="0"/>
                <a:ea typeface="ＭＳ Ｐゴシック" panose="020B0600070205080204" pitchFamily="50" charset="-128"/>
              </a:defRPr>
            </a:lvl7pPr>
            <a:lvl8pPr marL="3429000" indent="-228600" algn="ctr" eaLnBrk="0" fontAlgn="base" hangingPunct="0">
              <a:spcBef>
                <a:spcPct val="50000"/>
              </a:spcBef>
              <a:spcAft>
                <a:spcPct val="0"/>
              </a:spcAft>
              <a:defRPr sz="1000" b="1">
                <a:solidFill>
                  <a:schemeClr val="tx1"/>
                </a:solidFill>
                <a:latin typeface="Arial" panose="020B0604020202020204" pitchFamily="34" charset="0"/>
                <a:ea typeface="ＭＳ Ｐゴシック" panose="020B0600070205080204" pitchFamily="50" charset="-128"/>
              </a:defRPr>
            </a:lvl8pPr>
            <a:lvl9pPr marL="3886200" indent="-228600" algn="ctr" eaLnBrk="0" fontAlgn="base" hangingPunct="0">
              <a:spcBef>
                <a:spcPct val="50000"/>
              </a:spcBef>
              <a:spcAft>
                <a:spcPct val="0"/>
              </a:spcAft>
              <a:defRPr sz="1000" b="1">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defRPr/>
            </a:pPr>
            <a:r>
              <a:rPr lang="en-US" altLang="ja-JP" sz="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2026 </a:t>
            </a:r>
            <a:r>
              <a:rPr lang="ja-JP" altLang="en-US" sz="800" b="0" dirty="0">
                <a:latin typeface="Meiryo UI" panose="020B0604030504040204" pitchFamily="50" charset="-128"/>
                <a:ea typeface="Meiryo UI" panose="020B0604030504040204" pitchFamily="50" charset="-128"/>
                <a:cs typeface="Meiryo UI" panose="020B0604030504040204" pitchFamily="50" charset="-128"/>
              </a:rPr>
              <a:t>日本オペレーションズ・リサーチ学会</a:t>
            </a:r>
            <a:endParaRPr lang="en-US" altLang="ja-JP" sz="1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Line 3"/>
          <p:cNvSpPr>
            <a:spLocks noChangeShapeType="1"/>
          </p:cNvSpPr>
          <p:nvPr userDrawn="1"/>
        </p:nvSpPr>
        <p:spPr bwMode="auto">
          <a:xfrm flipV="1">
            <a:off x="366185" y="868363"/>
            <a:ext cx="11459633" cy="0"/>
          </a:xfrm>
          <a:prstGeom prst="line">
            <a:avLst/>
          </a:prstGeom>
          <a:noFill/>
          <a:ln w="952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ja-JP" altLang="en-US" sz="1200">
              <a:latin typeface="Meiryo UI" panose="020B0604030504040204" pitchFamily="50" charset="-128"/>
              <a:ea typeface="Meiryo UI" panose="020B0604030504040204" pitchFamily="50" charset="-128"/>
              <a:cs typeface="Meiryo UI" panose="020B0604030504040204" pitchFamily="50" charset="-128"/>
            </a:endParaRPr>
          </a:p>
        </p:txBody>
      </p:sp>
      <p:pic>
        <p:nvPicPr>
          <p:cNvPr id="2" name="Picture 2" descr="公益社団法人 日本オペレーションズ・リサーチ学会">
            <a:extLst>
              <a:ext uri="{FF2B5EF4-FFF2-40B4-BE49-F238E27FC236}">
                <a16:creationId xmlns:a16="http://schemas.microsoft.com/office/drawing/2014/main" id="{A890021F-753D-B9C1-D5CF-2DE305B11307}"/>
              </a:ext>
            </a:extLst>
          </p:cNvPr>
          <p:cNvPicPr>
            <a:picLocks noChangeAspect="1" noChangeArrowheads="1"/>
          </p:cNvPicPr>
          <p:nvPr userDrawn="1"/>
        </p:nvPicPr>
        <p:blipFill>
          <a:blip r:embed="rId5">
            <a:extLst>
              <a:ext uri="{28A0092B-C50C-407E-A947-70E740481C1C}">
                <a14:useLocalDpi xmlns:a14="http://schemas.microsoft.com/office/drawing/2010/main"/>
              </a:ext>
            </a:extLst>
          </a:blip>
          <a:srcRect/>
          <a:stretch>
            <a:fillRect/>
          </a:stretch>
        </p:blipFill>
        <p:spPr bwMode="auto">
          <a:xfrm>
            <a:off x="10704512" y="59416"/>
            <a:ext cx="1333500" cy="78105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55" r:id="rId1"/>
    <p:sldLayoutId id="2147483756" r:id="rId2"/>
    <p:sldLayoutId id="2147483870" r:id="rId3"/>
  </p:sldLayoutIdLst>
  <p:hf hdr="0" ftr="0" dt="0"/>
  <p:txStyles>
    <p:titleStyle>
      <a:lvl1pPr algn="l" rtl="0" eaLnBrk="1" fontAlgn="base" hangingPunct="1">
        <a:lnSpc>
          <a:spcPct val="90000"/>
        </a:lnSpc>
        <a:spcBef>
          <a:spcPct val="0"/>
        </a:spcBef>
        <a:spcAft>
          <a:spcPct val="0"/>
        </a:spcAft>
        <a:defRPr kumimoji="1" sz="32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lnSpc>
          <a:spcPct val="90000"/>
        </a:lnSpc>
        <a:spcBef>
          <a:spcPct val="0"/>
        </a:spcBef>
        <a:spcAft>
          <a:spcPct val="0"/>
        </a:spcAft>
        <a:defRPr kumimoji="1" sz="2200">
          <a:solidFill>
            <a:srgbClr val="0070C0"/>
          </a:solidFill>
          <a:latin typeface="Meiryo UI" panose="020B0604030504040204" pitchFamily="50" charset="-128"/>
          <a:ea typeface="Meiryo UI" panose="020B0604030504040204" pitchFamily="50" charset="-128"/>
          <a:cs typeface="Meiryo UI" panose="020B0604030504040204" pitchFamily="50" charset="-128"/>
        </a:defRPr>
      </a:lvl2pPr>
      <a:lvl3pPr algn="l" rtl="0" eaLnBrk="1" fontAlgn="base" hangingPunct="1">
        <a:lnSpc>
          <a:spcPct val="90000"/>
        </a:lnSpc>
        <a:spcBef>
          <a:spcPct val="0"/>
        </a:spcBef>
        <a:spcAft>
          <a:spcPct val="0"/>
        </a:spcAft>
        <a:defRPr kumimoji="1" sz="2200">
          <a:solidFill>
            <a:srgbClr val="0070C0"/>
          </a:solidFill>
          <a:latin typeface="Meiryo UI" panose="020B0604030504040204" pitchFamily="50" charset="-128"/>
          <a:ea typeface="Meiryo UI" panose="020B0604030504040204" pitchFamily="50" charset="-128"/>
          <a:cs typeface="Meiryo UI" panose="020B0604030504040204" pitchFamily="50" charset="-128"/>
        </a:defRPr>
      </a:lvl3pPr>
      <a:lvl4pPr algn="l" rtl="0" eaLnBrk="1" fontAlgn="base" hangingPunct="1">
        <a:lnSpc>
          <a:spcPct val="90000"/>
        </a:lnSpc>
        <a:spcBef>
          <a:spcPct val="0"/>
        </a:spcBef>
        <a:spcAft>
          <a:spcPct val="0"/>
        </a:spcAft>
        <a:defRPr kumimoji="1" sz="2200">
          <a:solidFill>
            <a:srgbClr val="0070C0"/>
          </a:solidFill>
          <a:latin typeface="Meiryo UI" panose="020B0604030504040204" pitchFamily="50" charset="-128"/>
          <a:ea typeface="Meiryo UI" panose="020B0604030504040204" pitchFamily="50" charset="-128"/>
          <a:cs typeface="Meiryo UI" panose="020B0604030504040204" pitchFamily="50" charset="-128"/>
        </a:defRPr>
      </a:lvl4pPr>
      <a:lvl5pPr algn="l" rtl="0" eaLnBrk="1" fontAlgn="base" hangingPunct="1">
        <a:lnSpc>
          <a:spcPct val="90000"/>
        </a:lnSpc>
        <a:spcBef>
          <a:spcPct val="0"/>
        </a:spcBef>
        <a:spcAft>
          <a:spcPct val="0"/>
        </a:spcAft>
        <a:defRPr kumimoji="1" sz="2200">
          <a:solidFill>
            <a:srgbClr val="0070C0"/>
          </a:solidFill>
          <a:latin typeface="Meiryo UI" panose="020B0604030504040204" pitchFamily="50" charset="-128"/>
          <a:ea typeface="Meiryo UI" panose="020B0604030504040204" pitchFamily="50" charset="-128"/>
          <a:cs typeface="Meiryo UI" panose="020B0604030504040204" pitchFamily="50" charset="-128"/>
        </a:defRPr>
      </a:lvl5pPr>
      <a:lvl6pPr marL="457200" algn="l" rtl="0" eaLnBrk="1" fontAlgn="base" hangingPunct="1">
        <a:lnSpc>
          <a:spcPct val="90000"/>
        </a:lnSpc>
        <a:spcBef>
          <a:spcPct val="0"/>
        </a:spcBef>
        <a:spcAft>
          <a:spcPct val="0"/>
        </a:spcAft>
        <a:defRPr kumimoji="1" sz="2200">
          <a:solidFill>
            <a:schemeClr val="hlink"/>
          </a:solidFill>
          <a:latin typeface="Arial" panose="020B0604020202020204" pitchFamily="34" charset="0"/>
          <a:ea typeface="ＭＳ Ｐゴシック" panose="020B0600070205080204" pitchFamily="50" charset="-128"/>
        </a:defRPr>
      </a:lvl6pPr>
      <a:lvl7pPr marL="914400" algn="l" rtl="0" eaLnBrk="1" fontAlgn="base" hangingPunct="1">
        <a:lnSpc>
          <a:spcPct val="90000"/>
        </a:lnSpc>
        <a:spcBef>
          <a:spcPct val="0"/>
        </a:spcBef>
        <a:spcAft>
          <a:spcPct val="0"/>
        </a:spcAft>
        <a:defRPr kumimoji="1" sz="2200">
          <a:solidFill>
            <a:schemeClr val="hlink"/>
          </a:solidFill>
          <a:latin typeface="Arial" panose="020B0604020202020204" pitchFamily="34" charset="0"/>
          <a:ea typeface="ＭＳ Ｐゴシック" panose="020B0600070205080204" pitchFamily="50" charset="-128"/>
        </a:defRPr>
      </a:lvl7pPr>
      <a:lvl8pPr marL="1371600" algn="l" rtl="0" eaLnBrk="1" fontAlgn="base" hangingPunct="1">
        <a:lnSpc>
          <a:spcPct val="90000"/>
        </a:lnSpc>
        <a:spcBef>
          <a:spcPct val="0"/>
        </a:spcBef>
        <a:spcAft>
          <a:spcPct val="0"/>
        </a:spcAft>
        <a:defRPr kumimoji="1" sz="2200">
          <a:solidFill>
            <a:schemeClr val="hlink"/>
          </a:solidFill>
          <a:latin typeface="Arial" panose="020B0604020202020204" pitchFamily="34" charset="0"/>
          <a:ea typeface="ＭＳ Ｐゴシック" panose="020B0600070205080204" pitchFamily="50" charset="-128"/>
        </a:defRPr>
      </a:lvl8pPr>
      <a:lvl9pPr marL="1828800" algn="l" rtl="0" eaLnBrk="1" fontAlgn="base" hangingPunct="1">
        <a:lnSpc>
          <a:spcPct val="90000"/>
        </a:lnSpc>
        <a:spcBef>
          <a:spcPct val="0"/>
        </a:spcBef>
        <a:spcAft>
          <a:spcPct val="0"/>
        </a:spcAft>
        <a:defRPr kumimoji="1" sz="2200">
          <a:solidFill>
            <a:schemeClr val="hlink"/>
          </a:solidFill>
          <a:latin typeface="Arial" panose="020B0604020202020204" pitchFamily="34" charset="0"/>
          <a:ea typeface="ＭＳ Ｐゴシック" panose="020B0600070205080204" pitchFamily="50" charset="-128"/>
        </a:defRPr>
      </a:lvl9pPr>
    </p:titleStyle>
    <p:bodyStyle>
      <a:lvl1pPr marL="173038" indent="-173038" algn="l" rtl="0" eaLnBrk="1" fontAlgn="base" hangingPunct="1">
        <a:spcBef>
          <a:spcPct val="20000"/>
        </a:spcBef>
        <a:spcAft>
          <a:spcPct val="0"/>
        </a:spcAft>
        <a:buClr>
          <a:srgbClr val="BFBFBF"/>
        </a:buClr>
        <a:buFont typeface="Wingdings" panose="05000000000000000000" pitchFamily="2" charset="2"/>
        <a:buChar char="§"/>
        <a:defRPr kumimoji="1" sz="28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09588" indent="-163513" algn="l" rtl="0" eaLnBrk="1" fontAlgn="base" hangingPunct="1">
        <a:spcBef>
          <a:spcPct val="20000"/>
        </a:spcBef>
        <a:spcAft>
          <a:spcPct val="0"/>
        </a:spcAft>
        <a:buClr>
          <a:srgbClr val="BFBFBF"/>
        </a:buClr>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855663" indent="-173038" algn="l" rtl="0" eaLnBrk="1" fontAlgn="base" hangingPunct="1">
        <a:spcBef>
          <a:spcPct val="20000"/>
        </a:spcBef>
        <a:spcAft>
          <a:spcPct val="0"/>
        </a:spcAft>
        <a:buClr>
          <a:srgbClr val="BFBFBF"/>
        </a:buClr>
        <a:buChar char="•"/>
        <a:defRPr kumimoji="1" sz="28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316037" indent="-285750" algn="l" rtl="0" eaLnBrk="1" fontAlgn="base" hangingPunct="1">
        <a:spcBef>
          <a:spcPct val="20000"/>
        </a:spcBef>
        <a:spcAft>
          <a:spcPct val="0"/>
        </a:spcAft>
        <a:buClr>
          <a:schemeClr val="bg1">
            <a:lumMod val="75000"/>
          </a:schemeClr>
        </a:buClr>
        <a:buFont typeface="Arial" panose="020B0604020202020204" pitchFamily="34" charset="0"/>
        <a:buChar char="•"/>
        <a:defRPr kumimoji="1" sz="2400" kern="1200">
          <a:solidFill>
            <a:schemeClr val="tx2"/>
          </a:solidFill>
          <a:latin typeface="+mn-lt"/>
          <a:ea typeface="MS PGothic" panose="020B0600070205080204" pitchFamily="50" charset="-128"/>
          <a:cs typeface="Meiryo UI" panose="020B0604030504040204" pitchFamily="50" charset="-128"/>
        </a:defRPr>
      </a:lvl4pPr>
      <a:lvl5pPr marL="1539875" indent="-163513" algn="l" rtl="0" eaLnBrk="1" fontAlgn="base" hangingPunct="1">
        <a:spcBef>
          <a:spcPct val="20000"/>
        </a:spcBef>
        <a:spcAft>
          <a:spcPct val="0"/>
        </a:spcAft>
        <a:buClr>
          <a:schemeClr val="bg1">
            <a:lumMod val="75000"/>
          </a:schemeClr>
        </a:buClr>
        <a:buChar char="»"/>
        <a:defRPr kumimoji="1" sz="2400" kern="1200">
          <a:solidFill>
            <a:schemeClr val="tx1"/>
          </a:solidFill>
          <a:latin typeface="+mn-lt"/>
          <a:ea typeface="MS PGothic" panose="020B0600070205080204" pitchFamily="50" charset="-128"/>
          <a:cs typeface="Meiryo UI"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02C04-A8EF-DA09-9D44-6BD388296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F8A28F-C2FD-B080-C292-B47359564963}"/>
              </a:ext>
            </a:extLst>
          </p:cNvPr>
          <p:cNvSpPr>
            <a:spLocks noGrp="1"/>
          </p:cNvSpPr>
          <p:nvPr>
            <p:ph type="ctrTitle"/>
          </p:nvPr>
        </p:nvSpPr>
        <p:spPr>
          <a:xfrm>
            <a:off x="334433" y="1196752"/>
            <a:ext cx="11491384" cy="1080120"/>
          </a:xfrm>
        </p:spPr>
        <p:txBody>
          <a:bodyPr/>
          <a:lstStyle/>
          <a:p>
            <a:r>
              <a:rPr kumimoji="1" lang="ja-JP" altLang="en-US" sz="4000" b="1" dirty="0"/>
              <a:t>第</a:t>
            </a:r>
            <a:r>
              <a:rPr kumimoji="1" lang="en-US" altLang="ja-JP" sz="4000" b="1" dirty="0"/>
              <a:t>1</a:t>
            </a:r>
            <a:r>
              <a:rPr kumimoji="1" lang="ja-JP" altLang="en-US" sz="4000" b="1" dirty="0"/>
              <a:t>回</a:t>
            </a:r>
            <a:r>
              <a:rPr kumimoji="1" lang="en-US" altLang="ja-JP" sz="4000" b="1" dirty="0"/>
              <a:t>OR</a:t>
            </a:r>
            <a:r>
              <a:rPr kumimoji="1" lang="ja-JP" altLang="en-US" sz="4000" b="1" dirty="0"/>
              <a:t>コンペティション開催案内</a:t>
            </a:r>
          </a:p>
        </p:txBody>
      </p:sp>
      <p:sp>
        <p:nvSpPr>
          <p:cNvPr id="3" name="Text Placeholder 2">
            <a:extLst>
              <a:ext uri="{FF2B5EF4-FFF2-40B4-BE49-F238E27FC236}">
                <a16:creationId xmlns:a16="http://schemas.microsoft.com/office/drawing/2014/main" id="{5B76C872-5A8B-A1D9-11B4-7F3B4CD36DF4}"/>
              </a:ext>
            </a:extLst>
          </p:cNvPr>
          <p:cNvSpPr>
            <a:spLocks noGrp="1"/>
          </p:cNvSpPr>
          <p:nvPr>
            <p:ph type="body" sz="quarter" idx="10"/>
          </p:nvPr>
        </p:nvSpPr>
        <p:spPr>
          <a:xfrm>
            <a:off x="334433" y="2204864"/>
            <a:ext cx="10514095" cy="431800"/>
          </a:xfrm>
        </p:spPr>
        <p:txBody>
          <a:bodyPr/>
          <a:lstStyle/>
          <a:p>
            <a:pPr>
              <a:spcBef>
                <a:spcPts val="300"/>
              </a:spcBef>
            </a:pPr>
            <a:r>
              <a:rPr kumimoji="1" lang="en-US" altLang="ja-JP" dirty="0"/>
              <a:t>2026/4/25</a:t>
            </a:r>
          </a:p>
          <a:p>
            <a:pPr>
              <a:spcBef>
                <a:spcPts val="300"/>
              </a:spcBef>
            </a:pPr>
            <a:r>
              <a:rPr lang="ja-JP" altLang="en-US" dirty="0"/>
              <a:t>主催</a:t>
            </a:r>
            <a:endParaRPr lang="en-US" altLang="ja-JP" dirty="0"/>
          </a:p>
          <a:p>
            <a:pPr marL="342900" indent="-342900">
              <a:spcBef>
                <a:spcPts val="300"/>
              </a:spcBef>
              <a:buFont typeface="Arial" panose="020B0604020202020204" pitchFamily="34" charset="0"/>
              <a:buChar char="•"/>
            </a:pPr>
            <a:r>
              <a:rPr lang="ja-JP" altLang="en-US" dirty="0"/>
              <a:t>公益社団法人日本オペレーションズ・リサーチ学会</a:t>
            </a:r>
            <a:endParaRPr lang="en-US" altLang="ja-JP" dirty="0"/>
          </a:p>
          <a:p>
            <a:pPr marL="342900" indent="-342900">
              <a:spcBef>
                <a:spcPts val="300"/>
              </a:spcBef>
              <a:buFont typeface="Arial" panose="020B0604020202020204" pitchFamily="34" charset="0"/>
              <a:buChar char="•"/>
            </a:pPr>
            <a:endParaRPr lang="en-US" altLang="ja-JP" dirty="0"/>
          </a:p>
          <a:p>
            <a:pPr>
              <a:spcBef>
                <a:spcPts val="300"/>
              </a:spcBef>
            </a:pPr>
            <a:r>
              <a:rPr kumimoji="1" lang="ja-JP" altLang="en-US" dirty="0"/>
              <a:t>協賛</a:t>
            </a:r>
          </a:p>
          <a:p>
            <a:pPr marL="342900" indent="-342900">
              <a:spcBef>
                <a:spcPts val="300"/>
              </a:spcBef>
              <a:buFont typeface="Arial" panose="020B0604020202020204" pitchFamily="34" charset="0"/>
              <a:buChar char="•"/>
            </a:pPr>
            <a:r>
              <a:rPr kumimoji="1" lang="ja-JP" altLang="en-US" dirty="0"/>
              <a:t>株式会社エルデシュ</a:t>
            </a:r>
          </a:p>
          <a:p>
            <a:pPr marL="342900" indent="-342900">
              <a:spcBef>
                <a:spcPts val="300"/>
              </a:spcBef>
              <a:buFont typeface="Arial" panose="020B0604020202020204" pitchFamily="34" charset="0"/>
              <a:buChar char="•"/>
            </a:pPr>
            <a:r>
              <a:rPr kumimoji="1" lang="ja-JP" altLang="en-US" dirty="0"/>
              <a:t>株式会社グリッド</a:t>
            </a:r>
          </a:p>
          <a:p>
            <a:pPr marL="342900" indent="-342900">
              <a:spcBef>
                <a:spcPts val="300"/>
              </a:spcBef>
              <a:buFont typeface="Arial" panose="020B0604020202020204" pitchFamily="34" charset="0"/>
              <a:buChar char="•"/>
            </a:pPr>
            <a:r>
              <a:rPr kumimoji="1" lang="en-US" altLang="ja-JP" dirty="0" err="1"/>
              <a:t>OptHub</a:t>
            </a:r>
            <a:r>
              <a:rPr kumimoji="1" lang="ja-JP" altLang="en-US" dirty="0"/>
              <a:t>株式会社</a:t>
            </a:r>
          </a:p>
          <a:p>
            <a:pPr>
              <a:spcBef>
                <a:spcPts val="300"/>
              </a:spcBef>
            </a:pPr>
            <a:endParaRPr kumimoji="1" lang="ja-JP" altLang="en-US" dirty="0"/>
          </a:p>
          <a:p>
            <a:pPr>
              <a:spcBef>
                <a:spcPts val="300"/>
              </a:spcBef>
            </a:pPr>
            <a:r>
              <a:rPr kumimoji="1" lang="ja-JP" altLang="en-US" dirty="0"/>
              <a:t>協力</a:t>
            </a:r>
          </a:p>
          <a:p>
            <a:pPr marL="342900" indent="-342900">
              <a:spcBef>
                <a:spcPts val="300"/>
              </a:spcBef>
              <a:buFont typeface="Arial" panose="020B0604020202020204" pitchFamily="34" charset="0"/>
              <a:buChar char="•"/>
            </a:pPr>
            <a:r>
              <a:rPr kumimoji="1" lang="en-US" altLang="ja-JP" dirty="0"/>
              <a:t>Casual Optimization</a:t>
            </a:r>
            <a:endParaRPr kumimoji="1" lang="ja-JP" altLang="en-US" dirty="0"/>
          </a:p>
        </p:txBody>
      </p:sp>
      <p:pic>
        <p:nvPicPr>
          <p:cNvPr id="1026" name="Picture 2" descr="株式会社エルデシュ">
            <a:extLst>
              <a:ext uri="{FF2B5EF4-FFF2-40B4-BE49-F238E27FC236}">
                <a16:creationId xmlns:a16="http://schemas.microsoft.com/office/drawing/2014/main" id="{6FA5FE68-B34A-E3B2-275B-4721493AF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3752" y="4221088"/>
            <a:ext cx="2338570" cy="11161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株式会社グリッド">
            <a:extLst>
              <a:ext uri="{FF2B5EF4-FFF2-40B4-BE49-F238E27FC236}">
                <a16:creationId xmlns:a16="http://schemas.microsoft.com/office/drawing/2014/main" id="{AF427243-1481-1E04-BD97-DA1BE89D31B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250" t="40551" r="13250" b="40550"/>
          <a:stretch>
            <a:fillRect/>
          </a:stretch>
        </p:blipFill>
        <p:spPr bwMode="auto">
          <a:xfrm>
            <a:off x="6594795" y="4339780"/>
            <a:ext cx="3240360" cy="83323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OptHub株式会社の会社情報 - Wantedly">
            <a:extLst>
              <a:ext uri="{FF2B5EF4-FFF2-40B4-BE49-F238E27FC236}">
                <a16:creationId xmlns:a16="http://schemas.microsoft.com/office/drawing/2014/main" id="{40211450-F952-6C4F-8559-C0320DCF24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84432" y="3789040"/>
            <a:ext cx="1728192" cy="1922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0638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4F6811-9F50-8C2B-4085-643FF60930A1}"/>
              </a:ext>
            </a:extLst>
          </p:cNvPr>
          <p:cNvSpPr>
            <a:spLocks noGrp="1"/>
          </p:cNvSpPr>
          <p:nvPr>
            <p:ph type="title"/>
          </p:nvPr>
        </p:nvSpPr>
        <p:spPr/>
        <p:txBody>
          <a:bodyPr/>
          <a:lstStyle/>
          <a:p>
            <a:r>
              <a:rPr kumimoji="1" lang="en-US" altLang="ja-JP" dirty="0"/>
              <a:t>OR</a:t>
            </a:r>
            <a:r>
              <a:rPr kumimoji="1" lang="ja-JP" altLang="en-US" dirty="0"/>
              <a:t>コンペティションの目的</a:t>
            </a:r>
          </a:p>
        </p:txBody>
      </p:sp>
      <p:sp>
        <p:nvSpPr>
          <p:cNvPr id="3" name="コンテンツ プレースホルダー 2">
            <a:extLst>
              <a:ext uri="{FF2B5EF4-FFF2-40B4-BE49-F238E27FC236}">
                <a16:creationId xmlns:a16="http://schemas.microsoft.com/office/drawing/2014/main" id="{495C712B-363B-C1F1-1F60-CF18F95562A2}"/>
              </a:ext>
            </a:extLst>
          </p:cNvPr>
          <p:cNvSpPr>
            <a:spLocks noGrp="1"/>
          </p:cNvSpPr>
          <p:nvPr>
            <p:ph idx="1"/>
          </p:nvPr>
        </p:nvSpPr>
        <p:spPr/>
        <p:txBody>
          <a:bodyPr/>
          <a:lstStyle/>
          <a:p>
            <a:r>
              <a:rPr lang="ja-JP" altLang="en-US" dirty="0"/>
              <a:t>オペレーションズ・リサーチの普及</a:t>
            </a:r>
            <a:endParaRPr lang="en-US" altLang="ja-JP" dirty="0"/>
          </a:p>
          <a:p>
            <a:pPr lvl="1"/>
            <a:r>
              <a:rPr lang="en-US" altLang="ja-JP" dirty="0"/>
              <a:t>OR</a:t>
            </a:r>
            <a:r>
              <a:rPr lang="ja-JP" altLang="en-US" dirty="0"/>
              <a:t>の価値を社会に浸透させ、研究者・実務家の地位を高めることで、効率的な社会の実現に寄与する</a:t>
            </a:r>
            <a:endParaRPr lang="en-US" altLang="ja-JP" dirty="0"/>
          </a:p>
          <a:p>
            <a:pPr lvl="1"/>
            <a:r>
              <a:rPr lang="en-US" altLang="ja-JP" dirty="0"/>
              <a:t>OR</a:t>
            </a:r>
            <a:r>
              <a:rPr lang="ja-JP" altLang="en-US" dirty="0"/>
              <a:t>学会非会員も含めて、</a:t>
            </a:r>
            <a:r>
              <a:rPr lang="en-US" altLang="ja-JP" dirty="0"/>
              <a:t>OR</a:t>
            </a:r>
            <a:r>
              <a:rPr lang="ja-JP" altLang="en-US" dirty="0"/>
              <a:t>に興味を持っている方に</a:t>
            </a:r>
            <a:r>
              <a:rPr lang="en-US" altLang="ja-JP" dirty="0"/>
              <a:t>OR</a:t>
            </a:r>
            <a:r>
              <a:rPr lang="ja-JP" altLang="en-US" dirty="0"/>
              <a:t>を体験していただく</a:t>
            </a:r>
            <a:endParaRPr lang="en-US" altLang="ja-JP" dirty="0"/>
          </a:p>
          <a:p>
            <a:r>
              <a:rPr lang="ja-JP" altLang="en-US" dirty="0"/>
              <a:t>オペレーションズ・リサーチ習得の支援</a:t>
            </a:r>
            <a:endParaRPr lang="en-US" altLang="ja-JP" dirty="0"/>
          </a:p>
          <a:p>
            <a:pPr lvl="1"/>
            <a:r>
              <a:rPr lang="en-US" altLang="ja-JP" dirty="0"/>
              <a:t>OR</a:t>
            </a:r>
            <a:r>
              <a:rPr lang="ja-JP" altLang="en-US" dirty="0"/>
              <a:t>学会員・非会員を問わず、</a:t>
            </a:r>
            <a:r>
              <a:rPr lang="en-US" altLang="ja-JP" dirty="0"/>
              <a:t>OR</a:t>
            </a:r>
            <a:r>
              <a:rPr lang="ja-JP" altLang="en-US" dirty="0"/>
              <a:t>スキルの習得支援</a:t>
            </a:r>
            <a:endParaRPr lang="en-US" altLang="ja-JP" dirty="0"/>
          </a:p>
          <a:p>
            <a:r>
              <a:rPr lang="ja-JP" altLang="en-US" dirty="0"/>
              <a:t>参加者のステータス向上</a:t>
            </a:r>
            <a:endParaRPr lang="en-US" altLang="ja-JP" dirty="0"/>
          </a:p>
          <a:p>
            <a:pPr lvl="1"/>
            <a:r>
              <a:rPr lang="ja-JP" altLang="en-US" dirty="0"/>
              <a:t>参加者の</a:t>
            </a:r>
            <a:r>
              <a:rPr lang="en-US" altLang="ja-JP" dirty="0"/>
              <a:t>OR</a:t>
            </a:r>
            <a:r>
              <a:rPr lang="ja-JP" altLang="en-US" dirty="0"/>
              <a:t>企業に対するビジビリティー向上</a:t>
            </a:r>
            <a:endParaRPr lang="en-US" altLang="ja-JP" dirty="0"/>
          </a:p>
          <a:p>
            <a:r>
              <a:rPr lang="ja-JP" altLang="en-US" dirty="0"/>
              <a:t>プログラミング・コンペティション、アルゴリズム・コンペティションにしない</a:t>
            </a:r>
            <a:endParaRPr lang="en-US" altLang="ja-JP" dirty="0"/>
          </a:p>
          <a:p>
            <a:pPr lvl="1"/>
            <a:r>
              <a:rPr lang="ja-JP" altLang="en-US" dirty="0"/>
              <a:t>実務あってのモデリングと実装であり、実務への洞察・理解の体験の場とする</a:t>
            </a:r>
          </a:p>
        </p:txBody>
      </p:sp>
    </p:spTree>
    <p:extLst>
      <p:ext uri="{BB962C8B-B14F-4D97-AF65-F5344CB8AC3E}">
        <p14:creationId xmlns:p14="http://schemas.microsoft.com/office/powerpoint/2010/main" val="2640009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6F26E0-FF3A-D0D2-505F-9F0961656277}"/>
              </a:ext>
            </a:extLst>
          </p:cNvPr>
          <p:cNvSpPr>
            <a:spLocks noGrp="1"/>
          </p:cNvSpPr>
          <p:nvPr>
            <p:ph type="title"/>
          </p:nvPr>
        </p:nvSpPr>
        <p:spPr/>
        <p:txBody>
          <a:bodyPr/>
          <a:lstStyle/>
          <a:p>
            <a:r>
              <a:rPr kumimoji="1" lang="ja-JP" altLang="en-US" dirty="0"/>
              <a:t>おおまかな日程</a:t>
            </a:r>
          </a:p>
        </p:txBody>
      </p:sp>
      <p:sp>
        <p:nvSpPr>
          <p:cNvPr id="3" name="コンテンツ プレースホルダー 2">
            <a:extLst>
              <a:ext uri="{FF2B5EF4-FFF2-40B4-BE49-F238E27FC236}">
                <a16:creationId xmlns:a16="http://schemas.microsoft.com/office/drawing/2014/main" id="{91C1F4B7-44F0-BB87-7C69-ED9671E178F2}"/>
              </a:ext>
            </a:extLst>
          </p:cNvPr>
          <p:cNvSpPr>
            <a:spLocks noGrp="1"/>
          </p:cNvSpPr>
          <p:nvPr>
            <p:ph idx="1"/>
          </p:nvPr>
        </p:nvSpPr>
        <p:spPr/>
        <p:txBody>
          <a:bodyPr/>
          <a:lstStyle/>
          <a:p>
            <a:r>
              <a:rPr lang="en-US" altLang="ja-JP" dirty="0"/>
              <a:t>4</a:t>
            </a:r>
            <a:r>
              <a:rPr lang="ja-JP" altLang="en-US" dirty="0"/>
              <a:t>月</a:t>
            </a:r>
            <a:r>
              <a:rPr lang="en-US" altLang="ja-JP" dirty="0"/>
              <a:t>25</a:t>
            </a:r>
            <a:r>
              <a:rPr lang="ja-JP" altLang="en-US" dirty="0"/>
              <a:t>日</a:t>
            </a:r>
            <a:r>
              <a:rPr lang="en-US" altLang="ja-JP" dirty="0"/>
              <a:t>(</a:t>
            </a:r>
            <a:r>
              <a:rPr lang="ja-JP" altLang="en-US" dirty="0"/>
              <a:t>土</a:t>
            </a:r>
            <a:r>
              <a:rPr lang="en-US" altLang="ja-JP" dirty="0"/>
              <a:t>) 13:00</a:t>
            </a:r>
            <a:r>
              <a:rPr lang="ja-JP" altLang="en-US" dirty="0"/>
              <a:t>： チュートリアル＋課題説明会</a:t>
            </a:r>
            <a:br>
              <a:rPr lang="en-US" altLang="ja-JP" dirty="0"/>
            </a:br>
            <a:r>
              <a:rPr lang="en-US" altLang="ja-JP" dirty="0"/>
              <a:t>				</a:t>
            </a:r>
            <a:r>
              <a:rPr lang="ja-JP" altLang="en-US" dirty="0"/>
              <a:t>（構造計画研究所＋</a:t>
            </a:r>
            <a:r>
              <a:rPr lang="en-US" altLang="ja-JP" dirty="0"/>
              <a:t>zoom</a:t>
            </a:r>
            <a:r>
              <a:rPr lang="ja-JP" altLang="en-US" dirty="0"/>
              <a:t>）</a:t>
            </a:r>
          </a:p>
          <a:p>
            <a:r>
              <a:rPr lang="en-US" altLang="ja-JP" dirty="0"/>
              <a:t>5</a:t>
            </a:r>
            <a:r>
              <a:rPr lang="ja-JP" altLang="en-US" dirty="0"/>
              <a:t>月</a:t>
            </a:r>
            <a:r>
              <a:rPr lang="en-US" altLang="ja-JP" dirty="0"/>
              <a:t>14</a:t>
            </a:r>
            <a:r>
              <a:rPr lang="ja-JP" altLang="en-US" dirty="0"/>
              <a:t>日</a:t>
            </a:r>
            <a:r>
              <a:rPr lang="en-US" altLang="ja-JP" dirty="0"/>
              <a:t>(</a:t>
            </a:r>
            <a:r>
              <a:rPr lang="ja-JP" altLang="en-US" dirty="0"/>
              <a:t>木</a:t>
            </a:r>
            <a:r>
              <a:rPr lang="en-US" altLang="ja-JP" dirty="0"/>
              <a:t>) 24:00</a:t>
            </a:r>
            <a:r>
              <a:rPr lang="ja-JP" altLang="en-US" dirty="0"/>
              <a:t>： 発表チーム選択（上位</a:t>
            </a:r>
            <a:r>
              <a:rPr lang="en-US" altLang="ja-JP" dirty="0"/>
              <a:t>6</a:t>
            </a:r>
            <a:r>
              <a:rPr lang="ja-JP" altLang="en-US" dirty="0"/>
              <a:t>チーム）</a:t>
            </a:r>
            <a:endParaRPr lang="en-US" altLang="ja-JP" dirty="0"/>
          </a:p>
          <a:p>
            <a:endParaRPr lang="ja-JP" altLang="en-US" dirty="0"/>
          </a:p>
          <a:p>
            <a:r>
              <a:rPr lang="en-US" altLang="ja-JP" dirty="0"/>
              <a:t>5</a:t>
            </a:r>
            <a:r>
              <a:rPr lang="ja-JP" altLang="en-US" dirty="0"/>
              <a:t>月</a:t>
            </a:r>
            <a:r>
              <a:rPr lang="en-US" altLang="ja-JP" dirty="0"/>
              <a:t>21</a:t>
            </a:r>
            <a:r>
              <a:rPr lang="ja-JP" altLang="en-US" dirty="0"/>
              <a:t>日</a:t>
            </a:r>
            <a:r>
              <a:rPr lang="en-US" altLang="ja-JP" dirty="0"/>
              <a:t>(</a:t>
            </a:r>
            <a:r>
              <a:rPr lang="ja-JP" altLang="en-US" dirty="0"/>
              <a:t>木</a:t>
            </a:r>
            <a:r>
              <a:rPr lang="en-US" altLang="ja-JP" dirty="0"/>
              <a:t>) 24:00</a:t>
            </a:r>
            <a:r>
              <a:rPr lang="ja-JP" altLang="en-US" dirty="0"/>
              <a:t>： 登録最終締め切り</a:t>
            </a:r>
          </a:p>
          <a:p>
            <a:endParaRPr lang="en-US" altLang="ja-JP" dirty="0"/>
          </a:p>
          <a:p>
            <a:r>
              <a:rPr lang="en-US" altLang="ja-JP" dirty="0"/>
              <a:t>5</a:t>
            </a:r>
            <a:r>
              <a:rPr lang="ja-JP" altLang="en-US" dirty="0"/>
              <a:t>月</a:t>
            </a:r>
            <a:r>
              <a:rPr lang="en-US" altLang="ja-JP" dirty="0"/>
              <a:t>25</a:t>
            </a:r>
            <a:r>
              <a:rPr lang="ja-JP" altLang="en-US" dirty="0"/>
              <a:t>日</a:t>
            </a:r>
            <a:r>
              <a:rPr lang="en-US" altLang="ja-JP" dirty="0"/>
              <a:t>(</a:t>
            </a:r>
            <a:r>
              <a:rPr lang="ja-JP" altLang="en-US" dirty="0"/>
              <a:t>土</a:t>
            </a:r>
            <a:r>
              <a:rPr lang="en-US" altLang="ja-JP" dirty="0"/>
              <a:t>) 13:00</a:t>
            </a:r>
            <a:r>
              <a:rPr lang="ja-JP" altLang="en-US" dirty="0"/>
              <a:t>： 結果発表会</a:t>
            </a:r>
            <a:br>
              <a:rPr lang="en-US" altLang="ja-JP" dirty="0"/>
            </a:br>
            <a:r>
              <a:rPr lang="en-US" altLang="ja-JP" dirty="0"/>
              <a:t>				</a:t>
            </a:r>
            <a:r>
              <a:rPr lang="ja-JP" altLang="en-US" dirty="0"/>
              <a:t>（構造計画研究所＋</a:t>
            </a:r>
            <a:r>
              <a:rPr lang="en-US" altLang="ja-JP" dirty="0"/>
              <a:t>zoom</a:t>
            </a:r>
            <a:r>
              <a:rPr lang="ja-JP" altLang="en-US" dirty="0"/>
              <a:t>）</a:t>
            </a:r>
          </a:p>
        </p:txBody>
      </p:sp>
    </p:spTree>
    <p:extLst>
      <p:ext uri="{BB962C8B-B14F-4D97-AF65-F5344CB8AC3E}">
        <p14:creationId xmlns:p14="http://schemas.microsoft.com/office/powerpoint/2010/main" val="2411995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E03C0-E283-698D-A038-C82B91B2884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6E75E61-4BAA-2B51-1A48-183F1ECAD21A}"/>
              </a:ext>
            </a:extLst>
          </p:cNvPr>
          <p:cNvSpPr>
            <a:spLocks noGrp="1"/>
          </p:cNvSpPr>
          <p:nvPr>
            <p:ph type="title"/>
          </p:nvPr>
        </p:nvSpPr>
        <p:spPr/>
        <p:txBody>
          <a:bodyPr/>
          <a:lstStyle/>
          <a:p>
            <a:r>
              <a:rPr kumimoji="1" lang="ja-JP" altLang="en-US" dirty="0"/>
              <a:t>評価方法</a:t>
            </a:r>
          </a:p>
        </p:txBody>
      </p:sp>
      <p:sp>
        <p:nvSpPr>
          <p:cNvPr id="7" name="コンテンツ プレースホルダー 6">
            <a:extLst>
              <a:ext uri="{FF2B5EF4-FFF2-40B4-BE49-F238E27FC236}">
                <a16:creationId xmlns:a16="http://schemas.microsoft.com/office/drawing/2014/main" id="{0C43992E-FFC3-54B5-A0CF-8F3F66560EF2}"/>
              </a:ext>
            </a:extLst>
          </p:cNvPr>
          <p:cNvSpPr>
            <a:spLocks noGrp="1"/>
          </p:cNvSpPr>
          <p:nvPr>
            <p:ph idx="1"/>
          </p:nvPr>
        </p:nvSpPr>
        <p:spPr/>
        <p:txBody>
          <a:bodyPr/>
          <a:lstStyle/>
          <a:p>
            <a:r>
              <a:rPr lang="en-US" altLang="ja-JP" dirty="0"/>
              <a:t>5</a:t>
            </a:r>
            <a:r>
              <a:rPr lang="ja-JP" altLang="en-US" dirty="0"/>
              <a:t>月</a:t>
            </a:r>
            <a:r>
              <a:rPr lang="en-US" altLang="ja-JP" dirty="0"/>
              <a:t>14</a:t>
            </a:r>
            <a:r>
              <a:rPr lang="ja-JP" altLang="en-US" dirty="0"/>
              <a:t>日に発表</a:t>
            </a:r>
            <a:r>
              <a:rPr lang="en-US" altLang="ja-JP" dirty="0"/>
              <a:t>6</a:t>
            </a:r>
            <a:r>
              <a:rPr lang="ja-JP" altLang="en-US" dirty="0"/>
              <a:t>チームを決定し、</a:t>
            </a:r>
            <a:r>
              <a:rPr lang="en-US" altLang="ja-JP" dirty="0"/>
              <a:t>5</a:t>
            </a:r>
            <a:r>
              <a:rPr lang="ja-JP" altLang="en-US" dirty="0"/>
              <a:t>月</a:t>
            </a:r>
            <a:r>
              <a:rPr lang="en-US" altLang="ja-JP" dirty="0"/>
              <a:t>21</a:t>
            </a:r>
            <a:r>
              <a:rPr lang="ja-JP" altLang="en-US" dirty="0"/>
              <a:t>日までのベストスコアの参加者と合わせて表彰対象チームを決定します。</a:t>
            </a:r>
            <a:endParaRPr lang="en-US" altLang="ja-JP" dirty="0"/>
          </a:p>
          <a:p>
            <a:r>
              <a:rPr lang="ja-JP" altLang="en-US" dirty="0"/>
              <a:t>同点の場合は登録時刻の早いチームとします。</a:t>
            </a:r>
          </a:p>
        </p:txBody>
      </p:sp>
      <p:graphicFrame>
        <p:nvGraphicFramePr>
          <p:cNvPr id="8" name="コンテンツ プレースホルダー 4">
            <a:extLst>
              <a:ext uri="{FF2B5EF4-FFF2-40B4-BE49-F238E27FC236}">
                <a16:creationId xmlns:a16="http://schemas.microsoft.com/office/drawing/2014/main" id="{4EAA0AB6-79ED-695D-A4E9-8245BA3BDA44}"/>
              </a:ext>
            </a:extLst>
          </p:cNvPr>
          <p:cNvGraphicFramePr>
            <a:graphicFrameLocks/>
          </p:cNvGraphicFramePr>
          <p:nvPr>
            <p:extLst>
              <p:ext uri="{D42A27DB-BD31-4B8C-83A1-F6EECF244321}">
                <p14:modId xmlns:p14="http://schemas.microsoft.com/office/powerpoint/2010/main" val="1634406196"/>
              </p:ext>
            </p:extLst>
          </p:nvPr>
        </p:nvGraphicFramePr>
        <p:xfrm>
          <a:off x="1055440" y="2886950"/>
          <a:ext cx="864096" cy="333756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3451382191"/>
                    </a:ext>
                  </a:extLst>
                </a:gridCol>
              </a:tblGrid>
              <a:tr h="370840">
                <a:tc>
                  <a:txBody>
                    <a:bodyPr/>
                    <a:lstStyle/>
                    <a:p>
                      <a:pPr algn="ctr"/>
                      <a:r>
                        <a:rPr kumimoji="1" lang="ja-JP" altLang="en-US" dirty="0"/>
                        <a:t>ランク</a:t>
                      </a:r>
                    </a:p>
                  </a:txBody>
                  <a:tcPr/>
                </a:tc>
                <a:extLst>
                  <a:ext uri="{0D108BD9-81ED-4DB2-BD59-A6C34878D82A}">
                    <a16:rowId xmlns:a16="http://schemas.microsoft.com/office/drawing/2014/main" val="230121401"/>
                  </a:ext>
                </a:extLst>
              </a:tr>
              <a:tr h="370840">
                <a:tc>
                  <a:txBody>
                    <a:bodyPr/>
                    <a:lstStyle/>
                    <a:p>
                      <a:pPr algn="ctr"/>
                      <a:r>
                        <a:rPr kumimoji="1" lang="en-US" altLang="ja-JP" dirty="0"/>
                        <a:t>1</a:t>
                      </a:r>
                    </a:p>
                  </a:txBody>
                  <a:tcPr/>
                </a:tc>
                <a:extLst>
                  <a:ext uri="{0D108BD9-81ED-4DB2-BD59-A6C34878D82A}">
                    <a16:rowId xmlns:a16="http://schemas.microsoft.com/office/drawing/2014/main" val="4252919056"/>
                  </a:ext>
                </a:extLst>
              </a:tr>
              <a:tr h="370840">
                <a:tc>
                  <a:txBody>
                    <a:bodyPr/>
                    <a:lstStyle/>
                    <a:p>
                      <a:pPr algn="ctr"/>
                      <a:r>
                        <a:rPr kumimoji="1" lang="en-US" altLang="ja-JP" dirty="0"/>
                        <a:t>2</a:t>
                      </a:r>
                      <a:endParaRPr kumimoji="1" lang="ja-JP" altLang="en-US" dirty="0"/>
                    </a:p>
                  </a:txBody>
                  <a:tcPr/>
                </a:tc>
                <a:extLst>
                  <a:ext uri="{0D108BD9-81ED-4DB2-BD59-A6C34878D82A}">
                    <a16:rowId xmlns:a16="http://schemas.microsoft.com/office/drawing/2014/main" val="329345362"/>
                  </a:ext>
                </a:extLst>
              </a:tr>
              <a:tr h="370840">
                <a:tc>
                  <a:txBody>
                    <a:bodyPr/>
                    <a:lstStyle/>
                    <a:p>
                      <a:pPr algn="ctr"/>
                      <a:r>
                        <a:rPr kumimoji="1" lang="en-US" altLang="ja-JP" dirty="0"/>
                        <a:t>3</a:t>
                      </a:r>
                      <a:endParaRPr kumimoji="1" lang="ja-JP" altLang="en-US" dirty="0"/>
                    </a:p>
                  </a:txBody>
                  <a:tcPr/>
                </a:tc>
                <a:extLst>
                  <a:ext uri="{0D108BD9-81ED-4DB2-BD59-A6C34878D82A}">
                    <a16:rowId xmlns:a16="http://schemas.microsoft.com/office/drawing/2014/main" val="1526630729"/>
                  </a:ext>
                </a:extLst>
              </a:tr>
              <a:tr h="370840">
                <a:tc>
                  <a:txBody>
                    <a:bodyPr/>
                    <a:lstStyle/>
                    <a:p>
                      <a:pPr algn="ctr"/>
                      <a:r>
                        <a:rPr kumimoji="1" lang="en-US" altLang="ja-JP" dirty="0"/>
                        <a:t>4</a:t>
                      </a:r>
                      <a:endParaRPr kumimoji="1" lang="ja-JP" altLang="en-US" dirty="0"/>
                    </a:p>
                  </a:txBody>
                  <a:tcPr/>
                </a:tc>
                <a:extLst>
                  <a:ext uri="{0D108BD9-81ED-4DB2-BD59-A6C34878D82A}">
                    <a16:rowId xmlns:a16="http://schemas.microsoft.com/office/drawing/2014/main" val="2282231856"/>
                  </a:ext>
                </a:extLst>
              </a:tr>
              <a:tr h="370840">
                <a:tc>
                  <a:txBody>
                    <a:bodyPr/>
                    <a:lstStyle/>
                    <a:p>
                      <a:pPr algn="ctr"/>
                      <a:r>
                        <a:rPr kumimoji="1" lang="en-US" altLang="ja-JP" dirty="0"/>
                        <a:t>5</a:t>
                      </a:r>
                      <a:endParaRPr kumimoji="1" lang="ja-JP" altLang="en-US" dirty="0"/>
                    </a:p>
                  </a:txBody>
                  <a:tcPr/>
                </a:tc>
                <a:extLst>
                  <a:ext uri="{0D108BD9-81ED-4DB2-BD59-A6C34878D82A}">
                    <a16:rowId xmlns:a16="http://schemas.microsoft.com/office/drawing/2014/main" val="2286529488"/>
                  </a:ext>
                </a:extLst>
              </a:tr>
              <a:tr h="370840">
                <a:tc>
                  <a:txBody>
                    <a:bodyPr/>
                    <a:lstStyle/>
                    <a:p>
                      <a:pPr algn="ctr"/>
                      <a:r>
                        <a:rPr kumimoji="1" lang="en-US" altLang="ja-JP" dirty="0"/>
                        <a:t>6</a:t>
                      </a:r>
                      <a:endParaRPr kumimoji="1" lang="ja-JP" altLang="en-US" dirty="0"/>
                    </a:p>
                  </a:txBody>
                  <a:tcPr/>
                </a:tc>
                <a:extLst>
                  <a:ext uri="{0D108BD9-81ED-4DB2-BD59-A6C34878D82A}">
                    <a16:rowId xmlns:a16="http://schemas.microsoft.com/office/drawing/2014/main" val="510843528"/>
                  </a:ext>
                </a:extLst>
              </a:tr>
              <a:tr h="370840">
                <a:tc>
                  <a:txBody>
                    <a:bodyPr/>
                    <a:lstStyle/>
                    <a:p>
                      <a:pPr algn="ctr"/>
                      <a:r>
                        <a:rPr kumimoji="1" lang="en-US" altLang="ja-JP" dirty="0"/>
                        <a:t>7</a:t>
                      </a:r>
                      <a:endParaRPr kumimoji="1" lang="ja-JP" altLang="en-US" dirty="0"/>
                    </a:p>
                  </a:txBody>
                  <a:tcPr/>
                </a:tc>
                <a:extLst>
                  <a:ext uri="{0D108BD9-81ED-4DB2-BD59-A6C34878D82A}">
                    <a16:rowId xmlns:a16="http://schemas.microsoft.com/office/drawing/2014/main" val="3805469712"/>
                  </a:ext>
                </a:extLst>
              </a:tr>
              <a:tr h="370840">
                <a:tc>
                  <a:txBody>
                    <a:bodyPr/>
                    <a:lstStyle/>
                    <a:p>
                      <a:pPr algn="ctr"/>
                      <a:r>
                        <a:rPr kumimoji="1" lang="en-US" altLang="ja-JP" dirty="0"/>
                        <a:t>...</a:t>
                      </a:r>
                      <a:endParaRPr kumimoji="1" lang="ja-JP" altLang="en-US" dirty="0"/>
                    </a:p>
                  </a:txBody>
                  <a:tcPr/>
                </a:tc>
                <a:extLst>
                  <a:ext uri="{0D108BD9-81ED-4DB2-BD59-A6C34878D82A}">
                    <a16:rowId xmlns:a16="http://schemas.microsoft.com/office/drawing/2014/main" val="849711944"/>
                  </a:ext>
                </a:extLst>
              </a:tr>
            </a:tbl>
          </a:graphicData>
        </a:graphic>
      </p:graphicFrame>
      <p:graphicFrame>
        <p:nvGraphicFramePr>
          <p:cNvPr id="9" name="コンテンツ プレースホルダー 4">
            <a:extLst>
              <a:ext uri="{FF2B5EF4-FFF2-40B4-BE49-F238E27FC236}">
                <a16:creationId xmlns:a16="http://schemas.microsoft.com/office/drawing/2014/main" id="{A6B8BE07-9EAF-03F7-AA11-CB4C4FB3BBE2}"/>
              </a:ext>
            </a:extLst>
          </p:cNvPr>
          <p:cNvGraphicFramePr>
            <a:graphicFrameLocks/>
          </p:cNvGraphicFramePr>
          <p:nvPr>
            <p:extLst>
              <p:ext uri="{D42A27DB-BD31-4B8C-83A1-F6EECF244321}">
                <p14:modId xmlns:p14="http://schemas.microsoft.com/office/powerpoint/2010/main" val="2402919021"/>
              </p:ext>
            </p:extLst>
          </p:nvPr>
        </p:nvGraphicFramePr>
        <p:xfrm>
          <a:off x="3906233" y="2861674"/>
          <a:ext cx="864096" cy="333756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3451382191"/>
                    </a:ext>
                  </a:extLst>
                </a:gridCol>
              </a:tblGrid>
              <a:tr h="370840">
                <a:tc>
                  <a:txBody>
                    <a:bodyPr/>
                    <a:lstStyle/>
                    <a:p>
                      <a:pPr algn="ctr"/>
                      <a:r>
                        <a:rPr kumimoji="1" lang="ja-JP" altLang="en-US" dirty="0"/>
                        <a:t>ランク</a:t>
                      </a:r>
                    </a:p>
                  </a:txBody>
                  <a:tcPr/>
                </a:tc>
                <a:extLst>
                  <a:ext uri="{0D108BD9-81ED-4DB2-BD59-A6C34878D82A}">
                    <a16:rowId xmlns:a16="http://schemas.microsoft.com/office/drawing/2014/main" val="230121401"/>
                  </a:ext>
                </a:extLst>
              </a:tr>
              <a:tr h="370840">
                <a:tc>
                  <a:txBody>
                    <a:bodyPr/>
                    <a:lstStyle/>
                    <a:p>
                      <a:pPr algn="ctr"/>
                      <a:r>
                        <a:rPr kumimoji="1" lang="en-US" altLang="ja-JP" dirty="0"/>
                        <a:t>1</a:t>
                      </a:r>
                    </a:p>
                  </a:txBody>
                  <a:tcPr/>
                </a:tc>
                <a:extLst>
                  <a:ext uri="{0D108BD9-81ED-4DB2-BD59-A6C34878D82A}">
                    <a16:rowId xmlns:a16="http://schemas.microsoft.com/office/drawing/2014/main" val="4252919056"/>
                  </a:ext>
                </a:extLst>
              </a:tr>
              <a:tr h="370840">
                <a:tc>
                  <a:txBody>
                    <a:bodyPr/>
                    <a:lstStyle/>
                    <a:p>
                      <a:pPr algn="ctr"/>
                      <a:r>
                        <a:rPr kumimoji="1" lang="en-US" altLang="ja-JP" dirty="0"/>
                        <a:t>2</a:t>
                      </a:r>
                      <a:endParaRPr kumimoji="1" lang="ja-JP" altLang="en-US" dirty="0"/>
                    </a:p>
                  </a:txBody>
                  <a:tcPr/>
                </a:tc>
                <a:extLst>
                  <a:ext uri="{0D108BD9-81ED-4DB2-BD59-A6C34878D82A}">
                    <a16:rowId xmlns:a16="http://schemas.microsoft.com/office/drawing/2014/main" val="329345362"/>
                  </a:ext>
                </a:extLst>
              </a:tr>
              <a:tr h="370840">
                <a:tc>
                  <a:txBody>
                    <a:bodyPr/>
                    <a:lstStyle/>
                    <a:p>
                      <a:pPr algn="ctr"/>
                      <a:r>
                        <a:rPr kumimoji="1" lang="en-US" altLang="ja-JP" dirty="0"/>
                        <a:t>3</a:t>
                      </a:r>
                      <a:endParaRPr kumimoji="1" lang="ja-JP" altLang="en-US" dirty="0"/>
                    </a:p>
                  </a:txBody>
                  <a:tcPr/>
                </a:tc>
                <a:extLst>
                  <a:ext uri="{0D108BD9-81ED-4DB2-BD59-A6C34878D82A}">
                    <a16:rowId xmlns:a16="http://schemas.microsoft.com/office/drawing/2014/main" val="1526630729"/>
                  </a:ext>
                </a:extLst>
              </a:tr>
              <a:tr h="370840">
                <a:tc>
                  <a:txBody>
                    <a:bodyPr/>
                    <a:lstStyle/>
                    <a:p>
                      <a:pPr algn="ctr"/>
                      <a:r>
                        <a:rPr kumimoji="1" lang="en-US" altLang="ja-JP" dirty="0"/>
                        <a:t>4</a:t>
                      </a:r>
                      <a:endParaRPr kumimoji="1" lang="ja-JP" altLang="en-US" dirty="0"/>
                    </a:p>
                  </a:txBody>
                  <a:tcPr/>
                </a:tc>
                <a:extLst>
                  <a:ext uri="{0D108BD9-81ED-4DB2-BD59-A6C34878D82A}">
                    <a16:rowId xmlns:a16="http://schemas.microsoft.com/office/drawing/2014/main" val="2282231856"/>
                  </a:ext>
                </a:extLst>
              </a:tr>
              <a:tr h="370840">
                <a:tc>
                  <a:txBody>
                    <a:bodyPr/>
                    <a:lstStyle/>
                    <a:p>
                      <a:pPr algn="ctr"/>
                      <a:r>
                        <a:rPr kumimoji="1" lang="en-US" altLang="ja-JP" dirty="0"/>
                        <a:t>5</a:t>
                      </a:r>
                      <a:endParaRPr kumimoji="1" lang="ja-JP" altLang="en-US" dirty="0"/>
                    </a:p>
                  </a:txBody>
                  <a:tcPr/>
                </a:tc>
                <a:extLst>
                  <a:ext uri="{0D108BD9-81ED-4DB2-BD59-A6C34878D82A}">
                    <a16:rowId xmlns:a16="http://schemas.microsoft.com/office/drawing/2014/main" val="2286529488"/>
                  </a:ext>
                </a:extLst>
              </a:tr>
              <a:tr h="370840">
                <a:tc>
                  <a:txBody>
                    <a:bodyPr/>
                    <a:lstStyle/>
                    <a:p>
                      <a:pPr algn="ctr"/>
                      <a:r>
                        <a:rPr kumimoji="1" lang="en-US" altLang="ja-JP" dirty="0"/>
                        <a:t>6</a:t>
                      </a:r>
                      <a:endParaRPr kumimoji="1" lang="ja-JP" altLang="en-US" dirty="0"/>
                    </a:p>
                  </a:txBody>
                  <a:tcPr/>
                </a:tc>
                <a:extLst>
                  <a:ext uri="{0D108BD9-81ED-4DB2-BD59-A6C34878D82A}">
                    <a16:rowId xmlns:a16="http://schemas.microsoft.com/office/drawing/2014/main" val="510843528"/>
                  </a:ext>
                </a:extLst>
              </a:tr>
              <a:tr h="370840">
                <a:tc>
                  <a:txBody>
                    <a:bodyPr/>
                    <a:lstStyle/>
                    <a:p>
                      <a:pPr algn="ctr"/>
                      <a:r>
                        <a:rPr kumimoji="1" lang="en-US" altLang="ja-JP" dirty="0"/>
                        <a:t>7</a:t>
                      </a:r>
                      <a:endParaRPr kumimoji="1" lang="ja-JP" altLang="en-US" dirty="0"/>
                    </a:p>
                  </a:txBody>
                  <a:tcPr/>
                </a:tc>
                <a:extLst>
                  <a:ext uri="{0D108BD9-81ED-4DB2-BD59-A6C34878D82A}">
                    <a16:rowId xmlns:a16="http://schemas.microsoft.com/office/drawing/2014/main" val="3805469712"/>
                  </a:ext>
                </a:extLst>
              </a:tr>
              <a:tr h="370840">
                <a:tc>
                  <a:txBody>
                    <a:bodyPr/>
                    <a:lstStyle/>
                    <a:p>
                      <a:pPr algn="ctr"/>
                      <a:r>
                        <a:rPr kumimoji="1" lang="en-US" altLang="ja-JP" dirty="0"/>
                        <a:t>...</a:t>
                      </a:r>
                      <a:endParaRPr kumimoji="1" lang="ja-JP" altLang="en-US" dirty="0"/>
                    </a:p>
                  </a:txBody>
                  <a:tcPr/>
                </a:tc>
                <a:extLst>
                  <a:ext uri="{0D108BD9-81ED-4DB2-BD59-A6C34878D82A}">
                    <a16:rowId xmlns:a16="http://schemas.microsoft.com/office/drawing/2014/main" val="849711944"/>
                  </a:ext>
                </a:extLst>
              </a:tr>
            </a:tbl>
          </a:graphicData>
        </a:graphic>
      </p:graphicFrame>
      <p:sp>
        <p:nvSpPr>
          <p:cNvPr id="10" name="正方形/長方形 9">
            <a:extLst>
              <a:ext uri="{FF2B5EF4-FFF2-40B4-BE49-F238E27FC236}">
                <a16:creationId xmlns:a16="http://schemas.microsoft.com/office/drawing/2014/main" id="{B4F605F0-19B7-FDAB-F3CF-DED2BD49A78D}"/>
              </a:ext>
            </a:extLst>
          </p:cNvPr>
          <p:cNvSpPr/>
          <p:nvPr/>
        </p:nvSpPr>
        <p:spPr bwMode="auto">
          <a:xfrm>
            <a:off x="1055440" y="3246990"/>
            <a:ext cx="864096" cy="2232248"/>
          </a:xfrm>
          <a:prstGeom prst="rect">
            <a:avLst/>
          </a:prstGeom>
          <a:noFill/>
          <a:ln w="57150" cap="flat" cmpd="sng" algn="ctr">
            <a:solidFill>
              <a:schemeClr val="accent1">
                <a:lumMod val="7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ja-JP" altLang="en-US" sz="10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endParaRPr>
          </a:p>
        </p:txBody>
      </p:sp>
      <p:sp>
        <p:nvSpPr>
          <p:cNvPr id="11" name="正方形/長方形 10">
            <a:extLst>
              <a:ext uri="{FF2B5EF4-FFF2-40B4-BE49-F238E27FC236}">
                <a16:creationId xmlns:a16="http://schemas.microsoft.com/office/drawing/2014/main" id="{E49C88E4-9C5B-5ED6-3924-7369CD32AAD1}"/>
              </a:ext>
            </a:extLst>
          </p:cNvPr>
          <p:cNvSpPr/>
          <p:nvPr/>
        </p:nvSpPr>
        <p:spPr bwMode="auto">
          <a:xfrm>
            <a:off x="3913129" y="3226154"/>
            <a:ext cx="864096" cy="380876"/>
          </a:xfrm>
          <a:prstGeom prst="rect">
            <a:avLst/>
          </a:prstGeom>
          <a:noFill/>
          <a:ln w="5715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ja-JP" altLang="en-US" sz="10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endParaRPr>
          </a:p>
        </p:txBody>
      </p:sp>
      <p:sp>
        <p:nvSpPr>
          <p:cNvPr id="13" name="テキスト ボックス 12">
            <a:extLst>
              <a:ext uri="{FF2B5EF4-FFF2-40B4-BE49-F238E27FC236}">
                <a16:creationId xmlns:a16="http://schemas.microsoft.com/office/drawing/2014/main" id="{6F922890-CB46-A783-66A6-B26DA8D3912E}"/>
              </a:ext>
            </a:extLst>
          </p:cNvPr>
          <p:cNvSpPr txBox="1"/>
          <p:nvPr/>
        </p:nvSpPr>
        <p:spPr>
          <a:xfrm>
            <a:off x="479376" y="2457542"/>
            <a:ext cx="2130713" cy="338554"/>
          </a:xfrm>
          <a:prstGeom prst="rect">
            <a:avLst/>
          </a:prstGeom>
          <a:noFill/>
        </p:spPr>
        <p:txBody>
          <a:bodyPr wrap="none">
            <a:spAutoFit/>
          </a:bodyPr>
          <a:lstStyle/>
          <a:p>
            <a:pPr algn="ctr"/>
            <a:r>
              <a:rPr lang="en-US" altLang="ja-JP" sz="1600" dirty="0">
                <a:latin typeface="+mn-ea"/>
                <a:ea typeface="+mn-ea"/>
              </a:rPr>
              <a:t>5</a:t>
            </a:r>
            <a:r>
              <a:rPr lang="ja-JP" altLang="en-US" sz="1600" dirty="0">
                <a:latin typeface="+mn-ea"/>
                <a:ea typeface="+mn-ea"/>
              </a:rPr>
              <a:t>月</a:t>
            </a:r>
            <a:r>
              <a:rPr lang="en-US" altLang="ja-JP" sz="1600" dirty="0">
                <a:latin typeface="+mn-ea"/>
                <a:ea typeface="+mn-ea"/>
              </a:rPr>
              <a:t>14</a:t>
            </a:r>
            <a:r>
              <a:rPr lang="ja-JP" altLang="en-US" sz="1600" dirty="0">
                <a:latin typeface="+mn-ea"/>
                <a:ea typeface="+mn-ea"/>
              </a:rPr>
              <a:t>日</a:t>
            </a:r>
            <a:r>
              <a:rPr lang="en-US" altLang="ja-JP" sz="1600" dirty="0">
                <a:latin typeface="+mn-ea"/>
                <a:ea typeface="+mn-ea"/>
              </a:rPr>
              <a:t>(</a:t>
            </a:r>
            <a:r>
              <a:rPr lang="ja-JP" altLang="en-US" sz="1600" dirty="0">
                <a:latin typeface="+mn-ea"/>
                <a:ea typeface="+mn-ea"/>
              </a:rPr>
              <a:t>木</a:t>
            </a:r>
            <a:r>
              <a:rPr lang="en-US" altLang="ja-JP" sz="1600" dirty="0">
                <a:latin typeface="+mn-ea"/>
                <a:ea typeface="+mn-ea"/>
              </a:rPr>
              <a:t>) 24:00</a:t>
            </a:r>
            <a:endParaRPr lang="ja-JP" altLang="en-US" sz="1600" dirty="0">
              <a:latin typeface="+mn-ea"/>
              <a:ea typeface="+mn-ea"/>
            </a:endParaRPr>
          </a:p>
        </p:txBody>
      </p:sp>
      <p:sp>
        <p:nvSpPr>
          <p:cNvPr id="14" name="テキスト ボックス 13">
            <a:extLst>
              <a:ext uri="{FF2B5EF4-FFF2-40B4-BE49-F238E27FC236}">
                <a16:creationId xmlns:a16="http://schemas.microsoft.com/office/drawing/2014/main" id="{1240AAF6-344A-365D-BD72-1BE151EBA383}"/>
              </a:ext>
            </a:extLst>
          </p:cNvPr>
          <p:cNvSpPr txBox="1"/>
          <p:nvPr/>
        </p:nvSpPr>
        <p:spPr>
          <a:xfrm>
            <a:off x="3279819" y="2457542"/>
            <a:ext cx="2130713" cy="338554"/>
          </a:xfrm>
          <a:prstGeom prst="rect">
            <a:avLst/>
          </a:prstGeom>
          <a:noFill/>
        </p:spPr>
        <p:txBody>
          <a:bodyPr wrap="none">
            <a:spAutoFit/>
          </a:bodyPr>
          <a:lstStyle/>
          <a:p>
            <a:pPr algn="ctr"/>
            <a:r>
              <a:rPr lang="en-US" altLang="ja-JP" sz="1600" dirty="0">
                <a:latin typeface="+mn-ea"/>
                <a:ea typeface="+mn-ea"/>
              </a:rPr>
              <a:t>5</a:t>
            </a:r>
            <a:r>
              <a:rPr lang="ja-JP" altLang="en-US" sz="1600" dirty="0">
                <a:latin typeface="+mn-ea"/>
                <a:ea typeface="+mn-ea"/>
              </a:rPr>
              <a:t>月</a:t>
            </a:r>
            <a:r>
              <a:rPr lang="en-US" altLang="ja-JP" sz="1600" dirty="0">
                <a:latin typeface="+mn-ea"/>
                <a:ea typeface="+mn-ea"/>
              </a:rPr>
              <a:t>21</a:t>
            </a:r>
            <a:r>
              <a:rPr lang="ja-JP" altLang="en-US" sz="1600" dirty="0">
                <a:latin typeface="+mn-ea"/>
                <a:ea typeface="+mn-ea"/>
              </a:rPr>
              <a:t>日</a:t>
            </a:r>
            <a:r>
              <a:rPr lang="en-US" altLang="ja-JP" sz="1600" dirty="0">
                <a:latin typeface="+mn-ea"/>
                <a:ea typeface="+mn-ea"/>
              </a:rPr>
              <a:t>(</a:t>
            </a:r>
            <a:r>
              <a:rPr lang="ja-JP" altLang="en-US" sz="1600" dirty="0">
                <a:latin typeface="+mn-ea"/>
                <a:ea typeface="+mn-ea"/>
              </a:rPr>
              <a:t>木</a:t>
            </a:r>
            <a:r>
              <a:rPr lang="en-US" altLang="ja-JP" sz="1600" dirty="0">
                <a:latin typeface="+mn-ea"/>
                <a:ea typeface="+mn-ea"/>
              </a:rPr>
              <a:t>) 24:00</a:t>
            </a:r>
            <a:endParaRPr lang="ja-JP" altLang="en-US" sz="1600" dirty="0">
              <a:latin typeface="+mn-ea"/>
              <a:ea typeface="+mn-ea"/>
            </a:endParaRPr>
          </a:p>
        </p:txBody>
      </p:sp>
      <p:graphicFrame>
        <p:nvGraphicFramePr>
          <p:cNvPr id="15" name="コンテンツ プレースホルダー 4">
            <a:extLst>
              <a:ext uri="{FF2B5EF4-FFF2-40B4-BE49-F238E27FC236}">
                <a16:creationId xmlns:a16="http://schemas.microsoft.com/office/drawing/2014/main" id="{70B79F04-0B37-2A2A-3ACC-1A934961671D}"/>
              </a:ext>
            </a:extLst>
          </p:cNvPr>
          <p:cNvGraphicFramePr>
            <a:graphicFrameLocks/>
          </p:cNvGraphicFramePr>
          <p:nvPr>
            <p:extLst>
              <p:ext uri="{D42A27DB-BD31-4B8C-83A1-F6EECF244321}">
                <p14:modId xmlns:p14="http://schemas.microsoft.com/office/powerpoint/2010/main" val="3006166292"/>
              </p:ext>
            </p:extLst>
          </p:nvPr>
        </p:nvGraphicFramePr>
        <p:xfrm>
          <a:off x="6801315" y="2886950"/>
          <a:ext cx="864096" cy="259588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3451382191"/>
                    </a:ext>
                  </a:extLst>
                </a:gridCol>
              </a:tblGrid>
              <a:tr h="370840">
                <a:tc>
                  <a:txBody>
                    <a:bodyPr/>
                    <a:lstStyle/>
                    <a:p>
                      <a:pPr algn="ctr"/>
                      <a:r>
                        <a:rPr kumimoji="1" lang="ja-JP" altLang="en-US" dirty="0"/>
                        <a:t>発表</a:t>
                      </a:r>
                    </a:p>
                  </a:txBody>
                  <a:tcPr/>
                </a:tc>
                <a:extLst>
                  <a:ext uri="{0D108BD9-81ED-4DB2-BD59-A6C34878D82A}">
                    <a16:rowId xmlns:a16="http://schemas.microsoft.com/office/drawing/2014/main" val="230121401"/>
                  </a:ext>
                </a:extLst>
              </a:tr>
              <a:tr h="370840">
                <a:tc>
                  <a:txBody>
                    <a:bodyPr/>
                    <a:lstStyle/>
                    <a:p>
                      <a:pPr algn="ctr"/>
                      <a:r>
                        <a:rPr kumimoji="1" lang="en-US" altLang="ja-JP" dirty="0"/>
                        <a:t>1</a:t>
                      </a:r>
                    </a:p>
                  </a:txBody>
                  <a:tcPr/>
                </a:tc>
                <a:extLst>
                  <a:ext uri="{0D108BD9-81ED-4DB2-BD59-A6C34878D82A}">
                    <a16:rowId xmlns:a16="http://schemas.microsoft.com/office/drawing/2014/main" val="4252919056"/>
                  </a:ext>
                </a:extLst>
              </a:tr>
              <a:tr h="370840">
                <a:tc>
                  <a:txBody>
                    <a:bodyPr/>
                    <a:lstStyle/>
                    <a:p>
                      <a:pPr algn="ctr"/>
                      <a:r>
                        <a:rPr kumimoji="1" lang="en-US" altLang="ja-JP" dirty="0"/>
                        <a:t>2</a:t>
                      </a:r>
                      <a:endParaRPr kumimoji="1" lang="ja-JP" altLang="en-US" dirty="0"/>
                    </a:p>
                  </a:txBody>
                  <a:tcPr/>
                </a:tc>
                <a:extLst>
                  <a:ext uri="{0D108BD9-81ED-4DB2-BD59-A6C34878D82A}">
                    <a16:rowId xmlns:a16="http://schemas.microsoft.com/office/drawing/2014/main" val="329345362"/>
                  </a:ext>
                </a:extLst>
              </a:tr>
              <a:tr h="370840">
                <a:tc>
                  <a:txBody>
                    <a:bodyPr/>
                    <a:lstStyle/>
                    <a:p>
                      <a:pPr algn="ctr"/>
                      <a:r>
                        <a:rPr kumimoji="1" lang="en-US" altLang="ja-JP" dirty="0"/>
                        <a:t>3</a:t>
                      </a:r>
                      <a:endParaRPr kumimoji="1" lang="ja-JP" altLang="en-US" dirty="0"/>
                    </a:p>
                  </a:txBody>
                  <a:tcPr/>
                </a:tc>
                <a:extLst>
                  <a:ext uri="{0D108BD9-81ED-4DB2-BD59-A6C34878D82A}">
                    <a16:rowId xmlns:a16="http://schemas.microsoft.com/office/drawing/2014/main" val="1526630729"/>
                  </a:ext>
                </a:extLst>
              </a:tr>
              <a:tr h="370840">
                <a:tc>
                  <a:txBody>
                    <a:bodyPr/>
                    <a:lstStyle/>
                    <a:p>
                      <a:pPr algn="ctr"/>
                      <a:r>
                        <a:rPr kumimoji="1" lang="en-US" altLang="ja-JP" dirty="0"/>
                        <a:t>4</a:t>
                      </a:r>
                      <a:endParaRPr kumimoji="1" lang="ja-JP" altLang="en-US" dirty="0"/>
                    </a:p>
                  </a:txBody>
                  <a:tcPr/>
                </a:tc>
                <a:extLst>
                  <a:ext uri="{0D108BD9-81ED-4DB2-BD59-A6C34878D82A}">
                    <a16:rowId xmlns:a16="http://schemas.microsoft.com/office/drawing/2014/main" val="2282231856"/>
                  </a:ext>
                </a:extLst>
              </a:tr>
              <a:tr h="370840">
                <a:tc>
                  <a:txBody>
                    <a:bodyPr/>
                    <a:lstStyle/>
                    <a:p>
                      <a:pPr algn="ctr"/>
                      <a:r>
                        <a:rPr kumimoji="1" lang="en-US" altLang="ja-JP" dirty="0"/>
                        <a:t>5</a:t>
                      </a:r>
                      <a:endParaRPr kumimoji="1" lang="ja-JP" altLang="en-US" dirty="0"/>
                    </a:p>
                  </a:txBody>
                  <a:tcPr/>
                </a:tc>
                <a:extLst>
                  <a:ext uri="{0D108BD9-81ED-4DB2-BD59-A6C34878D82A}">
                    <a16:rowId xmlns:a16="http://schemas.microsoft.com/office/drawing/2014/main" val="2286529488"/>
                  </a:ext>
                </a:extLst>
              </a:tr>
              <a:tr h="370840">
                <a:tc>
                  <a:txBody>
                    <a:bodyPr/>
                    <a:lstStyle/>
                    <a:p>
                      <a:pPr algn="ctr"/>
                      <a:r>
                        <a:rPr kumimoji="1" lang="en-US" altLang="ja-JP" dirty="0"/>
                        <a:t>6</a:t>
                      </a:r>
                      <a:endParaRPr kumimoji="1" lang="ja-JP" altLang="en-US" dirty="0"/>
                    </a:p>
                  </a:txBody>
                  <a:tcPr/>
                </a:tc>
                <a:extLst>
                  <a:ext uri="{0D108BD9-81ED-4DB2-BD59-A6C34878D82A}">
                    <a16:rowId xmlns:a16="http://schemas.microsoft.com/office/drawing/2014/main" val="510843528"/>
                  </a:ext>
                </a:extLst>
              </a:tr>
            </a:tbl>
          </a:graphicData>
        </a:graphic>
      </p:graphicFrame>
      <p:sp>
        <p:nvSpPr>
          <p:cNvPr id="16" name="正方形/長方形 15">
            <a:extLst>
              <a:ext uri="{FF2B5EF4-FFF2-40B4-BE49-F238E27FC236}">
                <a16:creationId xmlns:a16="http://schemas.microsoft.com/office/drawing/2014/main" id="{151B9713-5AC5-AC7F-9355-58C48F98CC6A}"/>
              </a:ext>
            </a:extLst>
          </p:cNvPr>
          <p:cNvSpPr/>
          <p:nvPr/>
        </p:nvSpPr>
        <p:spPr bwMode="auto">
          <a:xfrm>
            <a:off x="6808211" y="3242020"/>
            <a:ext cx="864096" cy="2232248"/>
          </a:xfrm>
          <a:prstGeom prst="rect">
            <a:avLst/>
          </a:prstGeom>
          <a:noFill/>
          <a:ln w="57150" cap="flat" cmpd="sng" algn="ctr">
            <a:solidFill>
              <a:schemeClr val="accent1">
                <a:lumMod val="7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ja-JP" altLang="en-US" sz="10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endParaRPr>
          </a:p>
        </p:txBody>
      </p:sp>
      <p:graphicFrame>
        <p:nvGraphicFramePr>
          <p:cNvPr id="18" name="コンテンツ プレースホルダー 4">
            <a:extLst>
              <a:ext uri="{FF2B5EF4-FFF2-40B4-BE49-F238E27FC236}">
                <a16:creationId xmlns:a16="http://schemas.microsoft.com/office/drawing/2014/main" id="{63FAB797-E28C-08B3-CECC-B3A81239FE4F}"/>
              </a:ext>
            </a:extLst>
          </p:cNvPr>
          <p:cNvGraphicFramePr>
            <a:graphicFrameLocks/>
          </p:cNvGraphicFramePr>
          <p:nvPr>
            <p:extLst>
              <p:ext uri="{D42A27DB-BD31-4B8C-83A1-F6EECF244321}">
                <p14:modId xmlns:p14="http://schemas.microsoft.com/office/powerpoint/2010/main" val="1137370207"/>
              </p:ext>
            </p:extLst>
          </p:nvPr>
        </p:nvGraphicFramePr>
        <p:xfrm>
          <a:off x="6808211" y="5783664"/>
          <a:ext cx="864096" cy="74168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3451382191"/>
                    </a:ext>
                  </a:extLst>
                </a:gridCol>
              </a:tblGrid>
              <a:tr h="370840">
                <a:tc>
                  <a:txBody>
                    <a:bodyPr/>
                    <a:lstStyle/>
                    <a:p>
                      <a:pPr algn="ctr"/>
                      <a:r>
                        <a:rPr kumimoji="1" lang="ja-JP" altLang="en-US" dirty="0"/>
                        <a:t>ランク</a:t>
                      </a:r>
                    </a:p>
                  </a:txBody>
                  <a:tcPr/>
                </a:tc>
                <a:extLst>
                  <a:ext uri="{0D108BD9-81ED-4DB2-BD59-A6C34878D82A}">
                    <a16:rowId xmlns:a16="http://schemas.microsoft.com/office/drawing/2014/main" val="230121401"/>
                  </a:ext>
                </a:extLst>
              </a:tr>
              <a:tr h="370840">
                <a:tc>
                  <a:txBody>
                    <a:bodyPr/>
                    <a:lstStyle/>
                    <a:p>
                      <a:pPr algn="ctr"/>
                      <a:r>
                        <a:rPr kumimoji="1" lang="en-US" altLang="ja-JP" dirty="0"/>
                        <a:t>1</a:t>
                      </a:r>
                    </a:p>
                  </a:txBody>
                  <a:tcPr/>
                </a:tc>
                <a:extLst>
                  <a:ext uri="{0D108BD9-81ED-4DB2-BD59-A6C34878D82A}">
                    <a16:rowId xmlns:a16="http://schemas.microsoft.com/office/drawing/2014/main" val="4252919056"/>
                  </a:ext>
                </a:extLst>
              </a:tr>
            </a:tbl>
          </a:graphicData>
        </a:graphic>
      </p:graphicFrame>
      <p:sp>
        <p:nvSpPr>
          <p:cNvPr id="17" name="正方形/長方形 16">
            <a:extLst>
              <a:ext uri="{FF2B5EF4-FFF2-40B4-BE49-F238E27FC236}">
                <a16:creationId xmlns:a16="http://schemas.microsoft.com/office/drawing/2014/main" id="{8F25373B-9FBE-F3C4-BE42-DB59E96F38BF}"/>
              </a:ext>
            </a:extLst>
          </p:cNvPr>
          <p:cNvSpPr/>
          <p:nvPr/>
        </p:nvSpPr>
        <p:spPr bwMode="auto">
          <a:xfrm>
            <a:off x="6801315" y="6132280"/>
            <a:ext cx="864096" cy="380876"/>
          </a:xfrm>
          <a:prstGeom prst="rect">
            <a:avLst/>
          </a:prstGeom>
          <a:noFill/>
          <a:ln w="5715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ja-JP" altLang="en-US" sz="10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endParaRPr>
          </a:p>
        </p:txBody>
      </p:sp>
      <p:graphicFrame>
        <p:nvGraphicFramePr>
          <p:cNvPr id="19" name="コンテンツ プレースホルダー 4">
            <a:extLst>
              <a:ext uri="{FF2B5EF4-FFF2-40B4-BE49-F238E27FC236}">
                <a16:creationId xmlns:a16="http://schemas.microsoft.com/office/drawing/2014/main" id="{29264F81-A245-2A5E-7DDB-2C511A62DF96}"/>
              </a:ext>
            </a:extLst>
          </p:cNvPr>
          <p:cNvGraphicFramePr>
            <a:graphicFrameLocks/>
          </p:cNvGraphicFramePr>
          <p:nvPr>
            <p:extLst>
              <p:ext uri="{D42A27DB-BD31-4B8C-83A1-F6EECF244321}">
                <p14:modId xmlns:p14="http://schemas.microsoft.com/office/powerpoint/2010/main" val="3442122966"/>
              </p:ext>
            </p:extLst>
          </p:nvPr>
        </p:nvGraphicFramePr>
        <p:xfrm>
          <a:off x="9701536" y="2879754"/>
          <a:ext cx="864096" cy="1483360"/>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3451382191"/>
                    </a:ext>
                  </a:extLst>
                </a:gridCol>
              </a:tblGrid>
              <a:tr h="370840">
                <a:tc>
                  <a:txBody>
                    <a:bodyPr/>
                    <a:lstStyle/>
                    <a:p>
                      <a:pPr algn="ctr"/>
                      <a:r>
                        <a:rPr kumimoji="1" lang="ja-JP" altLang="en-US" dirty="0"/>
                        <a:t>表彰</a:t>
                      </a:r>
                    </a:p>
                  </a:txBody>
                  <a:tcPr/>
                </a:tc>
                <a:extLst>
                  <a:ext uri="{0D108BD9-81ED-4DB2-BD59-A6C34878D82A}">
                    <a16:rowId xmlns:a16="http://schemas.microsoft.com/office/drawing/2014/main" val="230121401"/>
                  </a:ext>
                </a:extLst>
              </a:tr>
              <a:tr h="370840">
                <a:tc>
                  <a:txBody>
                    <a:bodyPr/>
                    <a:lstStyle/>
                    <a:p>
                      <a:pPr algn="ctr"/>
                      <a:r>
                        <a:rPr kumimoji="1" lang="en-US" altLang="ja-JP" dirty="0"/>
                        <a:t>1</a:t>
                      </a:r>
                    </a:p>
                  </a:txBody>
                  <a:tcPr/>
                </a:tc>
                <a:extLst>
                  <a:ext uri="{0D108BD9-81ED-4DB2-BD59-A6C34878D82A}">
                    <a16:rowId xmlns:a16="http://schemas.microsoft.com/office/drawing/2014/main" val="4252919056"/>
                  </a:ext>
                </a:extLst>
              </a:tr>
              <a:tr h="370840">
                <a:tc>
                  <a:txBody>
                    <a:bodyPr/>
                    <a:lstStyle/>
                    <a:p>
                      <a:pPr algn="ctr"/>
                      <a:r>
                        <a:rPr kumimoji="1" lang="en-US" altLang="ja-JP" dirty="0"/>
                        <a:t>2</a:t>
                      </a:r>
                      <a:endParaRPr kumimoji="1" lang="ja-JP" altLang="en-US" dirty="0"/>
                    </a:p>
                  </a:txBody>
                  <a:tcPr/>
                </a:tc>
                <a:extLst>
                  <a:ext uri="{0D108BD9-81ED-4DB2-BD59-A6C34878D82A}">
                    <a16:rowId xmlns:a16="http://schemas.microsoft.com/office/drawing/2014/main" val="329345362"/>
                  </a:ext>
                </a:extLst>
              </a:tr>
              <a:tr h="370840">
                <a:tc>
                  <a:txBody>
                    <a:bodyPr/>
                    <a:lstStyle/>
                    <a:p>
                      <a:pPr algn="ctr"/>
                      <a:r>
                        <a:rPr kumimoji="1" lang="en-US" altLang="ja-JP" dirty="0"/>
                        <a:t>3</a:t>
                      </a:r>
                      <a:endParaRPr kumimoji="1" lang="ja-JP" altLang="en-US" dirty="0"/>
                    </a:p>
                  </a:txBody>
                  <a:tcPr/>
                </a:tc>
                <a:extLst>
                  <a:ext uri="{0D108BD9-81ED-4DB2-BD59-A6C34878D82A}">
                    <a16:rowId xmlns:a16="http://schemas.microsoft.com/office/drawing/2014/main" val="1526630729"/>
                  </a:ext>
                </a:extLst>
              </a:tr>
            </a:tbl>
          </a:graphicData>
        </a:graphic>
      </p:graphicFrame>
      <p:cxnSp>
        <p:nvCxnSpPr>
          <p:cNvPr id="21" name="コネクタ: カギ線 20">
            <a:extLst>
              <a:ext uri="{FF2B5EF4-FFF2-40B4-BE49-F238E27FC236}">
                <a16:creationId xmlns:a16="http://schemas.microsoft.com/office/drawing/2014/main" id="{47240F97-511F-B02D-6F57-3126A2932F0B}"/>
              </a:ext>
            </a:extLst>
          </p:cNvPr>
          <p:cNvCxnSpPr>
            <a:stCxn id="10" idx="3"/>
            <a:endCxn id="16" idx="1"/>
          </p:cNvCxnSpPr>
          <p:nvPr/>
        </p:nvCxnSpPr>
        <p:spPr bwMode="auto">
          <a:xfrm flipV="1">
            <a:off x="1919536" y="4358144"/>
            <a:ext cx="4888675" cy="4970"/>
          </a:xfrm>
          <a:prstGeom prst="curvedConnector3">
            <a:avLst>
              <a:gd name="adj1" fmla="val 37191"/>
            </a:avLst>
          </a:prstGeom>
          <a:solidFill>
            <a:schemeClr val="bg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コネクタ: カギ線 20">
            <a:extLst>
              <a:ext uri="{FF2B5EF4-FFF2-40B4-BE49-F238E27FC236}">
                <a16:creationId xmlns:a16="http://schemas.microsoft.com/office/drawing/2014/main" id="{3F0BDB6F-5426-C67D-9DE6-04FCB7C9022B}"/>
              </a:ext>
            </a:extLst>
          </p:cNvPr>
          <p:cNvCxnSpPr>
            <a:stCxn id="11" idx="3"/>
            <a:endCxn id="17" idx="1"/>
          </p:cNvCxnSpPr>
          <p:nvPr/>
        </p:nvCxnSpPr>
        <p:spPr bwMode="auto">
          <a:xfrm>
            <a:off x="4777225" y="3416592"/>
            <a:ext cx="2024090" cy="2906126"/>
          </a:xfrm>
          <a:prstGeom prst="curvedConnector3">
            <a:avLst>
              <a:gd name="adj1" fmla="val 50000"/>
            </a:avLst>
          </a:prstGeom>
          <a:solidFill>
            <a:schemeClr val="bg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コネクタ: カギ線 20">
            <a:extLst>
              <a:ext uri="{FF2B5EF4-FFF2-40B4-BE49-F238E27FC236}">
                <a16:creationId xmlns:a16="http://schemas.microsoft.com/office/drawing/2014/main" id="{DA899CFF-CDC2-657B-ED95-B1587F842A95}"/>
              </a:ext>
            </a:extLst>
          </p:cNvPr>
          <p:cNvCxnSpPr>
            <a:stCxn id="17" idx="3"/>
            <a:endCxn id="19" idx="1"/>
          </p:cNvCxnSpPr>
          <p:nvPr/>
        </p:nvCxnSpPr>
        <p:spPr bwMode="auto">
          <a:xfrm flipV="1">
            <a:off x="7665411" y="3621434"/>
            <a:ext cx="2036125" cy="2701284"/>
          </a:xfrm>
          <a:prstGeom prst="curvedConnector3">
            <a:avLst>
              <a:gd name="adj1" fmla="val 50000"/>
            </a:avLst>
          </a:prstGeom>
          <a:solidFill>
            <a:schemeClr val="bg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コネクタ: カギ線 20">
            <a:extLst>
              <a:ext uri="{FF2B5EF4-FFF2-40B4-BE49-F238E27FC236}">
                <a16:creationId xmlns:a16="http://schemas.microsoft.com/office/drawing/2014/main" id="{EF2FBB78-73EA-70D4-9B59-2124C87A3498}"/>
              </a:ext>
            </a:extLst>
          </p:cNvPr>
          <p:cNvCxnSpPr>
            <a:stCxn id="16" idx="3"/>
            <a:endCxn id="19" idx="1"/>
          </p:cNvCxnSpPr>
          <p:nvPr/>
        </p:nvCxnSpPr>
        <p:spPr bwMode="auto">
          <a:xfrm flipV="1">
            <a:off x="7672307" y="3621434"/>
            <a:ext cx="2029229" cy="736710"/>
          </a:xfrm>
          <a:prstGeom prst="curvedConnector3">
            <a:avLst>
              <a:gd name="adj1" fmla="val 50000"/>
            </a:avLst>
          </a:prstGeom>
          <a:solidFill>
            <a:schemeClr val="bg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テキスト ボックス 34">
            <a:extLst>
              <a:ext uri="{FF2B5EF4-FFF2-40B4-BE49-F238E27FC236}">
                <a16:creationId xmlns:a16="http://schemas.microsoft.com/office/drawing/2014/main" id="{3BC6F664-E205-57E6-4CB5-241E68531DDC}"/>
              </a:ext>
            </a:extLst>
          </p:cNvPr>
          <p:cNvSpPr txBox="1"/>
          <p:nvPr/>
        </p:nvSpPr>
        <p:spPr>
          <a:xfrm>
            <a:off x="8112224" y="2457542"/>
            <a:ext cx="1420582" cy="338554"/>
          </a:xfrm>
          <a:prstGeom prst="rect">
            <a:avLst/>
          </a:prstGeom>
          <a:noFill/>
        </p:spPr>
        <p:txBody>
          <a:bodyPr wrap="none">
            <a:spAutoFit/>
          </a:bodyPr>
          <a:lstStyle/>
          <a:p>
            <a:pPr algn="ctr"/>
            <a:r>
              <a:rPr lang="en-US" altLang="ja-JP" sz="1600" dirty="0">
                <a:latin typeface="+mn-ea"/>
                <a:ea typeface="+mn-ea"/>
              </a:rPr>
              <a:t>5</a:t>
            </a:r>
            <a:r>
              <a:rPr lang="ja-JP" altLang="en-US" sz="1600" dirty="0">
                <a:latin typeface="+mn-ea"/>
                <a:ea typeface="+mn-ea"/>
              </a:rPr>
              <a:t>月</a:t>
            </a:r>
            <a:r>
              <a:rPr lang="en-US" altLang="ja-JP" sz="1600" dirty="0">
                <a:latin typeface="+mn-ea"/>
                <a:ea typeface="+mn-ea"/>
              </a:rPr>
              <a:t>23</a:t>
            </a:r>
            <a:r>
              <a:rPr lang="ja-JP" altLang="en-US" sz="1600" dirty="0">
                <a:latin typeface="+mn-ea"/>
                <a:ea typeface="+mn-ea"/>
              </a:rPr>
              <a:t>日</a:t>
            </a:r>
            <a:r>
              <a:rPr lang="en-US" altLang="ja-JP" sz="1600" dirty="0">
                <a:latin typeface="+mn-ea"/>
                <a:ea typeface="+mn-ea"/>
              </a:rPr>
              <a:t>(</a:t>
            </a:r>
            <a:r>
              <a:rPr lang="ja-JP" altLang="en-US" sz="1600" dirty="0">
                <a:latin typeface="+mn-ea"/>
                <a:ea typeface="+mn-ea"/>
              </a:rPr>
              <a:t>土</a:t>
            </a:r>
            <a:r>
              <a:rPr lang="en-US" altLang="ja-JP" sz="1600" dirty="0">
                <a:latin typeface="+mn-ea"/>
                <a:ea typeface="+mn-ea"/>
              </a:rPr>
              <a:t>)</a:t>
            </a:r>
            <a:endParaRPr lang="ja-JP" altLang="en-US" sz="1600" dirty="0">
              <a:latin typeface="+mn-ea"/>
              <a:ea typeface="+mn-ea"/>
            </a:endParaRPr>
          </a:p>
        </p:txBody>
      </p:sp>
      <p:sp>
        <p:nvSpPr>
          <p:cNvPr id="40" name="テキスト ボックス 39">
            <a:extLst>
              <a:ext uri="{FF2B5EF4-FFF2-40B4-BE49-F238E27FC236}">
                <a16:creationId xmlns:a16="http://schemas.microsoft.com/office/drawing/2014/main" id="{C26AF31F-7CB5-0501-1D2F-80C6D62B8261}"/>
              </a:ext>
            </a:extLst>
          </p:cNvPr>
          <p:cNvSpPr txBox="1"/>
          <p:nvPr/>
        </p:nvSpPr>
        <p:spPr>
          <a:xfrm>
            <a:off x="8976320" y="4562424"/>
            <a:ext cx="2952328" cy="1631216"/>
          </a:xfrm>
          <a:prstGeom prst="rect">
            <a:avLst/>
          </a:prstGeom>
          <a:noFill/>
        </p:spPr>
        <p:txBody>
          <a:bodyPr wrap="square" rtlCol="0">
            <a:spAutoFit/>
          </a:bodyPr>
          <a:lstStyle/>
          <a:p>
            <a:r>
              <a:rPr kumimoji="1" lang="ja-JP" altLang="en-US" sz="2000" b="0" dirty="0">
                <a:latin typeface="Meiryo UI" panose="020B0604030504040204" pitchFamily="50" charset="-128"/>
                <a:ea typeface="Meiryo UI" panose="020B0604030504040204" pitchFamily="50" charset="-128"/>
                <a:cs typeface="Meiryo UI" panose="020B0604030504040204" pitchFamily="50" charset="-128"/>
              </a:rPr>
              <a:t>評価観点</a:t>
            </a:r>
            <a:endParaRPr kumimoji="1" lang="en-US" altLang="ja-JP" sz="2000" b="0" dirty="0">
              <a:latin typeface="Meiryo UI" panose="020B0604030504040204" pitchFamily="50" charset="-128"/>
              <a:ea typeface="Meiryo UI" panose="020B0604030504040204" pitchFamily="50" charset="-128"/>
              <a:cs typeface="Meiryo UI" panose="020B0604030504040204" pitchFamily="50" charset="-128"/>
            </a:endParaRPr>
          </a:p>
          <a:p>
            <a:pPr marL="342900" indent="-342900">
              <a:buFont typeface="Arial" panose="020B0604020202020204" pitchFamily="34" charset="0"/>
              <a:buChar char="•"/>
            </a:pPr>
            <a:r>
              <a:rPr kumimoji="1" lang="ja-JP" altLang="en-US" sz="2000" b="0" dirty="0">
                <a:latin typeface="Meiryo UI" panose="020B0604030504040204" pitchFamily="50" charset="-128"/>
                <a:ea typeface="Meiryo UI" panose="020B0604030504040204" pitchFamily="50" charset="-128"/>
                <a:cs typeface="Meiryo UI" panose="020B0604030504040204" pitchFamily="50" charset="-128"/>
              </a:rPr>
              <a:t>スコア</a:t>
            </a:r>
            <a:r>
              <a:rPr kumimoji="1" lang="en-US" altLang="ja-JP" sz="2000" b="0" dirty="0">
                <a:latin typeface="Meiryo UI" panose="020B0604030504040204" pitchFamily="50" charset="-128"/>
                <a:ea typeface="Meiryo UI" panose="020B0604030504040204" pitchFamily="50" charset="-128"/>
                <a:cs typeface="Meiryo UI" panose="020B0604030504040204" pitchFamily="50" charset="-128"/>
              </a:rPr>
              <a:t>(50%)</a:t>
            </a:r>
          </a:p>
          <a:p>
            <a:pPr marL="342900" indent="-342900">
              <a:buFont typeface="Arial" panose="020B0604020202020204" pitchFamily="34" charset="0"/>
              <a:buChar char="•"/>
            </a:pPr>
            <a:r>
              <a:rPr kumimoji="1" lang="ja-JP" altLang="en-US" sz="2000" b="0" dirty="0">
                <a:latin typeface="Meiryo UI" panose="020B0604030504040204" pitchFamily="50" charset="-128"/>
                <a:ea typeface="Meiryo UI" panose="020B0604030504040204" pitchFamily="50" charset="-128"/>
                <a:cs typeface="Meiryo UI" panose="020B0604030504040204" pitchFamily="50" charset="-128"/>
              </a:rPr>
              <a:t>発表</a:t>
            </a:r>
            <a:r>
              <a:rPr kumimoji="1" lang="en-US" altLang="ja-JP" sz="2000" b="0" dirty="0">
                <a:latin typeface="Meiryo UI" panose="020B0604030504040204" pitchFamily="50" charset="-128"/>
                <a:ea typeface="Meiryo UI" panose="020B0604030504040204" pitchFamily="50" charset="-128"/>
                <a:cs typeface="Meiryo UI" panose="020B0604030504040204" pitchFamily="50" charset="-128"/>
              </a:rPr>
              <a:t>(50%)</a:t>
            </a:r>
          </a:p>
          <a:p>
            <a:pPr marL="800100" lvl="1" indent="-342900">
              <a:buFont typeface="Arial" panose="020B0604020202020204" pitchFamily="34" charset="0"/>
              <a:buChar char="•"/>
            </a:pPr>
            <a:r>
              <a:rPr kumimoji="1" lang="ja-JP" altLang="en-US" sz="2000" b="0" dirty="0">
                <a:latin typeface="Meiryo UI" panose="020B0604030504040204" pitchFamily="50" charset="-128"/>
                <a:ea typeface="Meiryo UI" panose="020B0604030504040204" pitchFamily="50" charset="-128"/>
                <a:cs typeface="Meiryo UI" panose="020B0604030504040204" pitchFamily="50" charset="-128"/>
              </a:rPr>
              <a:t>業務観点</a:t>
            </a:r>
            <a:r>
              <a:rPr kumimoji="1" lang="en-US" altLang="ja-JP" sz="2000" b="0" dirty="0">
                <a:latin typeface="Meiryo UI" panose="020B0604030504040204" pitchFamily="50" charset="-128"/>
                <a:ea typeface="Meiryo UI" panose="020B0604030504040204" pitchFamily="50" charset="-128"/>
                <a:cs typeface="Meiryo UI" panose="020B0604030504040204" pitchFamily="50" charset="-128"/>
              </a:rPr>
              <a:t>(30%)</a:t>
            </a:r>
          </a:p>
          <a:p>
            <a:pPr marL="800100" lvl="1" indent="-342900">
              <a:buFont typeface="Arial" panose="020B0604020202020204" pitchFamily="34" charset="0"/>
              <a:buChar char="•"/>
            </a:pPr>
            <a:r>
              <a:rPr kumimoji="1" lang="ja-JP" altLang="en-US" sz="2000" b="0" dirty="0">
                <a:latin typeface="Meiryo UI" panose="020B0604030504040204" pitchFamily="50" charset="-128"/>
                <a:ea typeface="Meiryo UI" panose="020B0604030504040204" pitchFamily="50" charset="-128"/>
                <a:cs typeface="Meiryo UI" panose="020B0604030504040204" pitchFamily="50" charset="-128"/>
              </a:rPr>
              <a:t>解法</a:t>
            </a:r>
            <a:r>
              <a:rPr kumimoji="1" lang="en-US" altLang="ja-JP" sz="2000" b="0" dirty="0">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20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320672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C11D8-6DFE-6A54-4AF1-C2FF92B409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6F942EE-CA62-912A-2C96-0206E99C2C5A}"/>
              </a:ext>
            </a:extLst>
          </p:cNvPr>
          <p:cNvSpPr>
            <a:spLocks noGrp="1"/>
          </p:cNvSpPr>
          <p:nvPr>
            <p:ph type="title"/>
          </p:nvPr>
        </p:nvSpPr>
        <p:spPr/>
        <p:txBody>
          <a:bodyPr/>
          <a:lstStyle/>
          <a:p>
            <a:r>
              <a:rPr kumimoji="1" lang="ja-JP" altLang="en-US" dirty="0"/>
              <a:t>スケジュール：チュートリアル＋課題説明会</a:t>
            </a:r>
          </a:p>
        </p:txBody>
      </p:sp>
      <p:sp>
        <p:nvSpPr>
          <p:cNvPr id="3" name="コンテンツ プレースホルダー 2">
            <a:extLst>
              <a:ext uri="{FF2B5EF4-FFF2-40B4-BE49-F238E27FC236}">
                <a16:creationId xmlns:a16="http://schemas.microsoft.com/office/drawing/2014/main" id="{5E19820B-B566-9733-C8B4-C913A9A41CFA}"/>
              </a:ext>
            </a:extLst>
          </p:cNvPr>
          <p:cNvSpPr>
            <a:spLocks noGrp="1"/>
          </p:cNvSpPr>
          <p:nvPr>
            <p:ph idx="1"/>
          </p:nvPr>
        </p:nvSpPr>
        <p:spPr/>
        <p:txBody>
          <a:bodyPr/>
          <a:lstStyle/>
          <a:p>
            <a:r>
              <a:rPr lang="en-US" altLang="ja-JP" dirty="0"/>
              <a:t>2026</a:t>
            </a:r>
            <a:r>
              <a:rPr lang="ja-JP" altLang="en-US" dirty="0"/>
              <a:t>年</a:t>
            </a:r>
            <a:r>
              <a:rPr lang="en-US" altLang="ja-JP" dirty="0"/>
              <a:t>4</a:t>
            </a:r>
            <a:r>
              <a:rPr lang="ja-JP" altLang="en-US" dirty="0"/>
              <a:t>月</a:t>
            </a:r>
            <a:r>
              <a:rPr lang="en-US" altLang="ja-JP" dirty="0"/>
              <a:t>25</a:t>
            </a:r>
            <a:r>
              <a:rPr lang="ja-JP" altLang="en-US" dirty="0"/>
              <a:t>日（土）</a:t>
            </a:r>
            <a:r>
              <a:rPr lang="en-US" altLang="ja-JP" dirty="0"/>
              <a:t>13:00-17:00 </a:t>
            </a:r>
            <a:r>
              <a:rPr lang="ja-JP" altLang="en-US" dirty="0"/>
              <a:t>（株）構造計画研究所</a:t>
            </a:r>
            <a:br>
              <a:rPr lang="ja-JP" altLang="en-US" dirty="0"/>
            </a:br>
            <a:r>
              <a:rPr lang="ja-JP" altLang="en-US" dirty="0"/>
              <a:t>本所新館（地下</a:t>
            </a:r>
            <a:r>
              <a:rPr lang="en-US" altLang="ja-JP" dirty="0"/>
              <a:t>1</a:t>
            </a:r>
            <a:r>
              <a:rPr lang="ja-JP" altLang="en-US" dirty="0"/>
              <a:t>階レクチャールーム）（</a:t>
            </a:r>
            <a:r>
              <a:rPr lang="en-US" altLang="ja-JP" dirty="0"/>
              <a:t>zoom</a:t>
            </a:r>
            <a:r>
              <a:rPr lang="ja-JP" altLang="en-US" dirty="0"/>
              <a:t>でも参加可能）</a:t>
            </a:r>
          </a:p>
          <a:p>
            <a:pPr lvl="1"/>
            <a:r>
              <a:rPr lang="en-US" altLang="ja-JP" dirty="0"/>
              <a:t>13:00 </a:t>
            </a:r>
            <a:r>
              <a:rPr lang="ja-JP" altLang="en-US" dirty="0"/>
              <a:t>コンペティションの説明（</a:t>
            </a:r>
            <a:r>
              <a:rPr lang="en-US" altLang="ja-JP" dirty="0"/>
              <a:t>10</a:t>
            </a:r>
            <a:r>
              <a:rPr lang="ja-JP" altLang="en-US" dirty="0"/>
              <a:t>分）（米沢 隆 日本</a:t>
            </a:r>
            <a:r>
              <a:rPr lang="en-US" altLang="ja-JP" dirty="0"/>
              <a:t>IBM</a:t>
            </a:r>
            <a:r>
              <a:rPr lang="ja-JP" altLang="en-US" dirty="0"/>
              <a:t>㈱）</a:t>
            </a:r>
          </a:p>
          <a:p>
            <a:pPr lvl="1"/>
            <a:r>
              <a:rPr lang="en-US" altLang="ja-JP" dirty="0"/>
              <a:t>13:10 </a:t>
            </a:r>
            <a:r>
              <a:rPr lang="ja-JP" altLang="en-US" dirty="0"/>
              <a:t>「現実世界での活躍する数理最適化」（</a:t>
            </a:r>
            <a:r>
              <a:rPr lang="en-US" altLang="ja-JP" dirty="0"/>
              <a:t>40</a:t>
            </a:r>
            <a:r>
              <a:rPr lang="ja-JP" altLang="en-US" dirty="0"/>
              <a:t>分）（米沢 隆）</a:t>
            </a:r>
          </a:p>
          <a:p>
            <a:pPr lvl="1"/>
            <a:r>
              <a:rPr lang="en-US" altLang="ja-JP" dirty="0"/>
              <a:t>13:50 </a:t>
            </a:r>
            <a:r>
              <a:rPr lang="ja-JP" altLang="en-US" dirty="0"/>
              <a:t>課題の説明（</a:t>
            </a:r>
            <a:r>
              <a:rPr lang="en-US" altLang="ja-JP" dirty="0"/>
              <a:t>20</a:t>
            </a:r>
            <a:r>
              <a:rPr lang="ja-JP" altLang="en-US" dirty="0"/>
              <a:t>分）（米沢 隆）</a:t>
            </a:r>
          </a:p>
          <a:p>
            <a:pPr lvl="1"/>
            <a:r>
              <a:rPr lang="en-US" altLang="ja-JP" dirty="0"/>
              <a:t>14:10 </a:t>
            </a:r>
            <a:r>
              <a:rPr lang="ja-JP" altLang="en-US" dirty="0"/>
              <a:t>休憩</a:t>
            </a:r>
          </a:p>
          <a:p>
            <a:pPr lvl="1"/>
            <a:r>
              <a:rPr lang="en-US" altLang="ja-JP" dirty="0"/>
              <a:t>14:20 Python</a:t>
            </a:r>
            <a:r>
              <a:rPr lang="ja-JP" altLang="en-US" dirty="0"/>
              <a:t>での最適化チュートリアル（</a:t>
            </a:r>
            <a:r>
              <a:rPr lang="en-US" altLang="ja-JP" dirty="0"/>
              <a:t>60</a:t>
            </a:r>
            <a:r>
              <a:rPr lang="ja-JP" altLang="en-US" dirty="0"/>
              <a:t>分）</a:t>
            </a:r>
            <a:br>
              <a:rPr lang="en-US" altLang="ja-JP" dirty="0"/>
            </a:br>
            <a:r>
              <a:rPr lang="en-US" altLang="ja-JP" dirty="0"/>
              <a:t>        </a:t>
            </a:r>
            <a:r>
              <a:rPr lang="ja-JP" altLang="en-US" dirty="0"/>
              <a:t>（岩永 二郎 ㈱エルデシュ</a:t>
            </a:r>
            <a:r>
              <a:rPr lang="en-US" altLang="ja-JP" dirty="0"/>
              <a:t>/</a:t>
            </a:r>
            <a:r>
              <a:rPr lang="ja-JP" altLang="en-US" dirty="0"/>
              <a:t>電通大）</a:t>
            </a:r>
          </a:p>
          <a:p>
            <a:pPr lvl="1"/>
            <a:r>
              <a:rPr lang="en-US" altLang="ja-JP" dirty="0"/>
              <a:t>15:20 </a:t>
            </a:r>
            <a:r>
              <a:rPr lang="en-US" altLang="ja-JP" dirty="0" err="1"/>
              <a:t>OptHub</a:t>
            </a:r>
            <a:r>
              <a:rPr lang="ja-JP" altLang="en-US" dirty="0"/>
              <a:t>チュートリアル（</a:t>
            </a:r>
            <a:r>
              <a:rPr lang="en-US" altLang="ja-JP" dirty="0"/>
              <a:t>20</a:t>
            </a:r>
            <a:r>
              <a:rPr lang="ja-JP" altLang="en-US" dirty="0"/>
              <a:t>分）（小嶋 健太 </a:t>
            </a:r>
            <a:r>
              <a:rPr lang="en-US" altLang="ja-JP" dirty="0" err="1"/>
              <a:t>OptHub</a:t>
            </a:r>
            <a:r>
              <a:rPr lang="ja-JP" altLang="en-US" dirty="0"/>
              <a:t>㈱）</a:t>
            </a:r>
          </a:p>
          <a:p>
            <a:pPr lvl="1"/>
            <a:r>
              <a:rPr lang="en-US" altLang="ja-JP" dirty="0"/>
              <a:t>15:40 </a:t>
            </a:r>
            <a:r>
              <a:rPr lang="ja-JP" altLang="en-US" dirty="0"/>
              <a:t>問題の追加</a:t>
            </a:r>
            <a:r>
              <a:rPr lang="en-US" altLang="ja-JP" dirty="0"/>
              <a:t>QA</a:t>
            </a:r>
            <a:r>
              <a:rPr lang="ja-JP" altLang="en-US" dirty="0"/>
              <a:t>（</a:t>
            </a:r>
            <a:r>
              <a:rPr lang="en-US" altLang="ja-JP" dirty="0"/>
              <a:t>20</a:t>
            </a:r>
            <a:r>
              <a:rPr lang="ja-JP" altLang="en-US" dirty="0"/>
              <a:t>分）（米沢 隆）</a:t>
            </a:r>
          </a:p>
          <a:p>
            <a:pPr lvl="1"/>
            <a:r>
              <a:rPr lang="en-US" altLang="ja-JP" dirty="0"/>
              <a:t>16:00 </a:t>
            </a:r>
            <a:r>
              <a:rPr lang="ja-JP" altLang="en-US" dirty="0"/>
              <a:t>エンディング（米沢 隆）</a:t>
            </a:r>
          </a:p>
        </p:txBody>
      </p:sp>
    </p:spTree>
    <p:extLst>
      <p:ext uri="{BB962C8B-B14F-4D97-AF65-F5344CB8AC3E}">
        <p14:creationId xmlns:p14="http://schemas.microsoft.com/office/powerpoint/2010/main" val="2887722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C27A3-951E-36B9-6AA8-98B5A21F25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DCF5FC-E312-84F6-8588-32FE2AC6DD03}"/>
              </a:ext>
            </a:extLst>
          </p:cNvPr>
          <p:cNvSpPr>
            <a:spLocks noGrp="1"/>
          </p:cNvSpPr>
          <p:nvPr>
            <p:ph type="title"/>
          </p:nvPr>
        </p:nvSpPr>
        <p:spPr/>
        <p:txBody>
          <a:bodyPr/>
          <a:lstStyle/>
          <a:p>
            <a:r>
              <a:rPr kumimoji="1" lang="ja-JP" altLang="en-US" dirty="0"/>
              <a:t>スケジュール：結果発表会</a:t>
            </a:r>
          </a:p>
        </p:txBody>
      </p:sp>
      <p:sp>
        <p:nvSpPr>
          <p:cNvPr id="3" name="コンテンツ プレースホルダー 2">
            <a:extLst>
              <a:ext uri="{FF2B5EF4-FFF2-40B4-BE49-F238E27FC236}">
                <a16:creationId xmlns:a16="http://schemas.microsoft.com/office/drawing/2014/main" id="{79AF229E-392D-CEC8-9B8A-7C4BB01D96A8}"/>
              </a:ext>
            </a:extLst>
          </p:cNvPr>
          <p:cNvSpPr>
            <a:spLocks noGrp="1"/>
          </p:cNvSpPr>
          <p:nvPr>
            <p:ph idx="1"/>
          </p:nvPr>
        </p:nvSpPr>
        <p:spPr/>
        <p:txBody>
          <a:bodyPr/>
          <a:lstStyle/>
          <a:p>
            <a:r>
              <a:rPr lang="en-US" altLang="ja-JP" dirty="0"/>
              <a:t>2026</a:t>
            </a:r>
            <a:r>
              <a:rPr lang="ja-JP" altLang="en-US" dirty="0"/>
              <a:t>年</a:t>
            </a:r>
            <a:r>
              <a:rPr lang="en-US" altLang="ja-JP" dirty="0"/>
              <a:t>5</a:t>
            </a:r>
            <a:r>
              <a:rPr lang="ja-JP" altLang="en-US" dirty="0"/>
              <a:t>月</a:t>
            </a:r>
            <a:r>
              <a:rPr lang="en-US" altLang="ja-JP" dirty="0"/>
              <a:t>23</a:t>
            </a:r>
            <a:r>
              <a:rPr lang="ja-JP" altLang="en-US" dirty="0"/>
              <a:t>日（土）</a:t>
            </a:r>
            <a:r>
              <a:rPr lang="en-US" altLang="ja-JP" dirty="0"/>
              <a:t>13:00-17:00 </a:t>
            </a:r>
            <a:r>
              <a:rPr lang="ja-JP" altLang="en-US" dirty="0"/>
              <a:t>（株）構造計画研究所</a:t>
            </a:r>
            <a:br>
              <a:rPr lang="ja-JP" altLang="en-US" dirty="0"/>
            </a:br>
            <a:r>
              <a:rPr lang="ja-JP" altLang="en-US" dirty="0"/>
              <a:t>本所新館（地下</a:t>
            </a:r>
            <a:r>
              <a:rPr lang="en-US" altLang="ja-JP" dirty="0"/>
              <a:t>1</a:t>
            </a:r>
            <a:r>
              <a:rPr lang="ja-JP" altLang="en-US" dirty="0"/>
              <a:t>階レクチャールーム）（</a:t>
            </a:r>
            <a:r>
              <a:rPr lang="en-US" altLang="ja-JP" dirty="0"/>
              <a:t>zoom</a:t>
            </a:r>
            <a:r>
              <a:rPr lang="ja-JP" altLang="en-US" dirty="0"/>
              <a:t>でも参加可能）</a:t>
            </a:r>
          </a:p>
          <a:p>
            <a:pPr lvl="1"/>
            <a:r>
              <a:rPr lang="en-US" altLang="ja-JP" dirty="0"/>
              <a:t>13:00 </a:t>
            </a:r>
            <a:r>
              <a:rPr lang="ja-JP" altLang="en-US" dirty="0"/>
              <a:t>オープニング（</a:t>
            </a:r>
            <a:r>
              <a:rPr lang="en-US" altLang="ja-JP" dirty="0"/>
              <a:t>10</a:t>
            </a:r>
            <a:r>
              <a:rPr lang="ja-JP" altLang="en-US" dirty="0"/>
              <a:t>分）（米沢 隆 日本</a:t>
            </a:r>
            <a:r>
              <a:rPr lang="en-US" altLang="ja-JP" dirty="0"/>
              <a:t>IBM</a:t>
            </a:r>
            <a:r>
              <a:rPr lang="ja-JP" altLang="en-US" dirty="0"/>
              <a:t>㈱）</a:t>
            </a:r>
            <a:endParaRPr lang="en-US" altLang="ja-JP" dirty="0"/>
          </a:p>
          <a:p>
            <a:pPr lvl="1"/>
            <a:r>
              <a:rPr lang="en-US" altLang="ja-JP" dirty="0"/>
              <a:t>13:10 </a:t>
            </a:r>
            <a:r>
              <a:rPr lang="ja-JP" altLang="en-US" dirty="0"/>
              <a:t>投稿結果紹介（</a:t>
            </a:r>
            <a:r>
              <a:rPr lang="en-US" altLang="ja-JP" dirty="0"/>
              <a:t>20</a:t>
            </a:r>
            <a:r>
              <a:rPr lang="ja-JP" altLang="en-US" dirty="0"/>
              <a:t>分）（米沢 隆）</a:t>
            </a:r>
            <a:endParaRPr lang="en-US" altLang="ja-JP" dirty="0"/>
          </a:p>
          <a:p>
            <a:pPr lvl="1"/>
            <a:r>
              <a:rPr lang="en-US" altLang="ja-JP" dirty="0"/>
              <a:t>13:30 </a:t>
            </a:r>
            <a:r>
              <a:rPr lang="ja-JP" altLang="en-US" dirty="0"/>
              <a:t>各チーム発表（</a:t>
            </a:r>
            <a:r>
              <a:rPr lang="en-US" altLang="ja-JP" dirty="0"/>
              <a:t>8</a:t>
            </a:r>
            <a:r>
              <a:rPr lang="ja-JP" altLang="en-US" dirty="0"/>
              <a:t>分</a:t>
            </a:r>
            <a:r>
              <a:rPr lang="en-US" altLang="ja-JP" dirty="0"/>
              <a:t>×6</a:t>
            </a:r>
            <a:r>
              <a:rPr lang="ja-JP" altLang="en-US" dirty="0"/>
              <a:t>チーム）</a:t>
            </a:r>
            <a:endParaRPr lang="en-US" altLang="ja-JP" dirty="0"/>
          </a:p>
          <a:p>
            <a:pPr lvl="1"/>
            <a:r>
              <a:rPr lang="en-US" altLang="ja-JP" dirty="0"/>
              <a:t>14:30 </a:t>
            </a:r>
            <a:r>
              <a:rPr lang="ja-JP" altLang="en-US" dirty="0"/>
              <a:t>休憩</a:t>
            </a:r>
            <a:endParaRPr lang="en-US" altLang="ja-JP" dirty="0"/>
          </a:p>
          <a:p>
            <a:pPr lvl="1"/>
            <a:r>
              <a:rPr lang="en-US" altLang="ja-JP" dirty="0"/>
              <a:t>14:40</a:t>
            </a:r>
            <a:r>
              <a:rPr lang="ja-JP" altLang="en-US" dirty="0"/>
              <a:t> 「海運の産業構造に基づく配船最適化問題の類型化とプロジェクト事例」（</a:t>
            </a:r>
            <a:r>
              <a:rPr lang="en-US" altLang="ja-JP" dirty="0"/>
              <a:t>40</a:t>
            </a:r>
            <a:r>
              <a:rPr lang="ja-JP" altLang="en-US" dirty="0"/>
              <a:t>分）（宮本 年男</a:t>
            </a:r>
            <a:r>
              <a:rPr lang="en-US" altLang="ja-JP" dirty="0"/>
              <a:t> </a:t>
            </a:r>
            <a:r>
              <a:rPr lang="ja-JP" altLang="en-US" dirty="0"/>
              <a:t>㈱グリッド）</a:t>
            </a:r>
          </a:p>
          <a:p>
            <a:pPr lvl="1"/>
            <a:r>
              <a:rPr lang="en-US" altLang="ja-JP" dirty="0"/>
              <a:t>15:20 </a:t>
            </a:r>
            <a:r>
              <a:rPr lang="ja-JP" altLang="en-US" dirty="0"/>
              <a:t>結果発表と表彰並びに講評（</a:t>
            </a:r>
            <a:r>
              <a:rPr lang="en-US" altLang="ja-JP" dirty="0"/>
              <a:t>30</a:t>
            </a:r>
            <a:r>
              <a:rPr lang="ja-JP" altLang="en-US" dirty="0"/>
              <a:t>分）（米沢 隆）</a:t>
            </a:r>
          </a:p>
          <a:p>
            <a:pPr lvl="1"/>
            <a:r>
              <a:rPr lang="en-US" altLang="ja-JP" dirty="0"/>
              <a:t>16:00 </a:t>
            </a:r>
            <a:r>
              <a:rPr lang="ja-JP" altLang="en-US" dirty="0"/>
              <a:t>エンディング（米沢 隆）</a:t>
            </a:r>
          </a:p>
        </p:txBody>
      </p:sp>
    </p:spTree>
    <p:extLst>
      <p:ext uri="{BB962C8B-B14F-4D97-AF65-F5344CB8AC3E}">
        <p14:creationId xmlns:p14="http://schemas.microsoft.com/office/powerpoint/2010/main" val="1792849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8887DD2-9F65-467F-96D1-A8ED114865B2}"/>
              </a:ext>
            </a:extLst>
          </p:cNvPr>
          <p:cNvSpPr>
            <a:spLocks noGrp="1"/>
          </p:cNvSpPr>
          <p:nvPr>
            <p:ph idx="1"/>
          </p:nvPr>
        </p:nvSpPr>
        <p:spPr>
          <a:xfrm>
            <a:off x="366185" y="890588"/>
            <a:ext cx="11459633" cy="5634756"/>
          </a:xfrm>
        </p:spPr>
        <p:txBody>
          <a:bodyPr anchor="ctr"/>
          <a:lstStyle/>
          <a:p>
            <a:pPr marL="0" indent="0" algn="ctr">
              <a:buNone/>
            </a:pPr>
            <a:r>
              <a:rPr lang="en-US" altLang="ja-JP" sz="8000" dirty="0"/>
              <a:t>END</a:t>
            </a:r>
            <a:endParaRPr kumimoji="1" lang="ja-JP" altLang="en-US" sz="8000" dirty="0"/>
          </a:p>
        </p:txBody>
      </p:sp>
    </p:spTree>
    <p:extLst>
      <p:ext uri="{BB962C8B-B14F-4D97-AF65-F5344CB8AC3E}">
        <p14:creationId xmlns:p14="http://schemas.microsoft.com/office/powerpoint/2010/main" val="893404482"/>
      </p:ext>
    </p:extLst>
  </p:cSld>
  <p:clrMapOvr>
    <a:masterClrMapping/>
  </p:clrMapOvr>
</p:sld>
</file>

<file path=ppt/theme/theme1.xml><?xml version="1.0" encoding="utf-8"?>
<a:theme xmlns:a="http://schemas.openxmlformats.org/drawingml/2006/main" name="IBM_Classic">
  <a:themeElements>
    <a:clrScheme name="IBM_Classic">
      <a:dk1>
        <a:srgbClr val="000000"/>
      </a:dk1>
      <a:lt1>
        <a:srgbClr val="FFFFFF"/>
      </a:lt1>
      <a:dk2>
        <a:srgbClr val="000000"/>
      </a:dk2>
      <a:lt2>
        <a:srgbClr val="808080"/>
      </a:lt2>
      <a:accent1>
        <a:srgbClr val="7889FB"/>
      </a:accent1>
      <a:accent2>
        <a:srgbClr val="C7CDFD"/>
      </a:accent2>
      <a:accent3>
        <a:srgbClr val="FFFFFF"/>
      </a:accent3>
      <a:accent4>
        <a:srgbClr val="061DC8"/>
      </a:accent4>
      <a:accent5>
        <a:srgbClr val="4A8109"/>
      </a:accent5>
      <a:accent6>
        <a:srgbClr val="B5D61D"/>
      </a:accent6>
      <a:hlink>
        <a:srgbClr val="7889FB"/>
      </a:hlink>
      <a:folHlink>
        <a:srgbClr val="9900CC"/>
      </a:folHlink>
    </a:clrScheme>
    <a:fontScheme name="NHTMeiryo">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no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0" sz="10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ja-JP" altLang="en-US" sz="1000" b="1" i="0" u="none" strike="noStrike" cap="none" normalizeH="0" baseline="0" smtClean="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defRPr>
        </a:defPPr>
      </a:lstStyle>
    </a:lnDef>
    <a:txDef>
      <a:spPr>
        <a:noFill/>
      </a:spPr>
      <a:bodyPr wrap="square" rtlCol="0">
        <a:spAutoFit/>
      </a:bodyPr>
      <a:lstStyle>
        <a:defPPr>
          <a:defRPr kumimoji="1" b="0" dirty="0" smtClean="0">
            <a:latin typeface="Meiryo UI" panose="020B0604030504040204" pitchFamily="50" charset="-128"/>
            <a:ea typeface="Meiryo UI" panose="020B0604030504040204" pitchFamily="50" charset="-128"/>
            <a:cs typeface="Meiryo UI" panose="020B0604030504040204" pitchFamily="50" charset="-128"/>
          </a:defRPr>
        </a:defPPr>
      </a:lstStyle>
    </a:txDef>
  </a:objectDefaults>
  <a:extraClrSchemeLst>
    <a:extraClrScheme>
      <a:clrScheme name="8_IBM2009 1">
        <a:dk1>
          <a:srgbClr val="000000"/>
        </a:dk1>
        <a:lt1>
          <a:srgbClr val="FFFFFF"/>
        </a:lt1>
        <a:dk2>
          <a:srgbClr val="000000"/>
        </a:dk2>
        <a:lt2>
          <a:srgbClr val="808080"/>
        </a:lt2>
        <a:accent1>
          <a:srgbClr val="009999"/>
        </a:accent1>
        <a:accent2>
          <a:srgbClr val="71BFA7"/>
        </a:accent2>
        <a:accent3>
          <a:srgbClr val="FFFFFF"/>
        </a:accent3>
        <a:accent4>
          <a:srgbClr val="000000"/>
        </a:accent4>
        <a:accent5>
          <a:srgbClr val="AACACA"/>
        </a:accent5>
        <a:accent6>
          <a:srgbClr val="66AD97"/>
        </a:accent6>
        <a:hlink>
          <a:srgbClr val="7889FB"/>
        </a:hlink>
        <a:folHlink>
          <a:srgbClr val="9900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RSJテンプレート.pptx" id="{F995A777-9A53-45BA-8F5D-1E247C5B6361}" vid="{B14052EF-67F3-47C3-AFCD-FB173C1DAEC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ORSJテンプレート</Template>
  <TotalTime>19172</TotalTime>
  <Words>600</Words>
  <Application>Microsoft Office PowerPoint</Application>
  <PresentationFormat>ワイド画面</PresentationFormat>
  <Paragraphs>92</Paragraphs>
  <Slides>7</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Meiryo UI</vt:lpstr>
      <vt:lpstr>Arial</vt:lpstr>
      <vt:lpstr>Wingdings</vt:lpstr>
      <vt:lpstr>IBM_Classic</vt:lpstr>
      <vt:lpstr>第1回ORコンペティション開催案内</vt:lpstr>
      <vt:lpstr>ORコンペティションの目的</vt:lpstr>
      <vt:lpstr>おおまかな日程</vt:lpstr>
      <vt:lpstr>評価方法</vt:lpstr>
      <vt:lpstr>スケジュール：チュートリアル＋課題説明会</vt:lpstr>
      <vt:lpstr>スケジュール：結果発表会</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TAKASHI YONEZAWA</dc:creator>
  <cp:lastModifiedBy>TAKASHI YONEZAWA</cp:lastModifiedBy>
  <cp:revision>53</cp:revision>
  <cp:lastPrinted>2016-11-21T00:10:09Z</cp:lastPrinted>
  <dcterms:created xsi:type="dcterms:W3CDTF">2025-06-24T04:35:34Z</dcterms:created>
  <dcterms:modified xsi:type="dcterms:W3CDTF">2026-04-23T21:14:54Z</dcterms:modified>
</cp:coreProperties>
</file>